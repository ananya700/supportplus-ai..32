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Instrument Serif" charset="1" panose="0000000000000000000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Relationship Id="rId7" Target="../media/image8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https://gamma.app/?utm_source=made-with-gamma" TargetMode="External" Type="http://schemas.openxmlformats.org/officeDocument/2006/relationships/hyperlink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jpeg" Type="http://schemas.openxmlformats.org/officeDocument/2006/relationships/image"/><Relationship Id="rId3" Target="../media/image4.png" Type="http://schemas.openxmlformats.org/officeDocument/2006/relationships/image"/><Relationship Id="rId4" Target="../media/image5.svg" Type="http://schemas.openxmlformats.org/officeDocument/2006/relationships/image"/><Relationship Id="rId5" Target="../media/image6.png" Type="http://schemas.openxmlformats.org/officeDocument/2006/relationships/image"/><Relationship Id="rId6" Target="../media/image7.svg" Type="http://schemas.openxmlformats.org/officeDocument/2006/relationships/image"/><Relationship Id="rId7" Target="../media/image8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959" y="411"/>
            <a:ext cx="6847531" cy="10286102"/>
            <a:chOff x="0" y="0"/>
            <a:chExt cx="5715000" cy="858485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715000" cy="8584819"/>
            </a:xfrm>
            <a:custGeom>
              <a:avLst/>
              <a:gdLst/>
              <a:ahLst/>
              <a:cxnLst/>
              <a:rect r="r" b="b" t="t" l="l"/>
              <a:pathLst>
                <a:path h="8584819" w="5715000">
                  <a:moveTo>
                    <a:pt x="0" y="0"/>
                  </a:moveTo>
                  <a:lnTo>
                    <a:pt x="5715000" y="0"/>
                  </a:lnTo>
                  <a:lnTo>
                    <a:pt x="5715000" y="8584819"/>
                  </a:lnTo>
                  <a:lnTo>
                    <a:pt x="0" y="85848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42" t="-3" r="-42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7820144" y="2224846"/>
            <a:ext cx="3575616" cy="9376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72"/>
              </a:lnSpc>
            </a:pPr>
            <a:r>
              <a:rPr lang="en-US" sz="5551" spc="5">
                <a:solidFill>
                  <a:srgbClr val="091C5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SupportPlus AI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593318" y="3894444"/>
            <a:ext cx="186025" cy="1281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416"/>
              </a:lnSpc>
            </a:pPr>
            <a:r>
              <a:rPr lang="en-US" sz="7440">
                <a:solidFill>
                  <a:srgbClr val="091C5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820144" y="3486164"/>
            <a:ext cx="8363681" cy="1281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416"/>
              </a:lnSpc>
            </a:pPr>
            <a:r>
              <a:rPr lang="en-US" sz="7440">
                <a:solidFill>
                  <a:srgbClr val="091C5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SmartKnowledge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820144" y="4477816"/>
            <a:ext cx="4360097" cy="1281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416"/>
              </a:lnSpc>
            </a:pPr>
            <a:r>
              <a:rPr lang="en-US" sz="7440">
                <a:solidFill>
                  <a:srgbClr val="091C5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Enhancer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095428" y="6736406"/>
            <a:ext cx="55039" cy="377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19"/>
              </a:lnSpc>
            </a:pPr>
            <a:r>
              <a:rPr lang="en-US" sz="2156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820144" y="6173943"/>
            <a:ext cx="8981996" cy="473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3"/>
              </a:lnSpc>
            </a:pPr>
            <a:r>
              <a:rPr lang="en-US" sz="2795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Customer Support using Generative AI—Built with RAG, Memory (Mem0),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873562" y="6726881"/>
            <a:ext cx="1918101" cy="473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3"/>
              </a:lnSpc>
            </a:pPr>
            <a:r>
              <a:rPr lang="en-US" sz="2795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and</a:t>
            </a:r>
            <a:r>
              <a:rPr lang="en-US" sz="2795">
                <a:solidFill>
                  <a:srgbClr val="000000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 </a:t>
            </a:r>
            <a:r>
              <a:rPr lang="en-US" sz="2795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Web</a:t>
            </a:r>
            <a:r>
              <a:rPr lang="en-US" sz="2795">
                <a:solidFill>
                  <a:srgbClr val="000000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 </a:t>
            </a:r>
            <a:r>
              <a:rPr lang="en-US" sz="2795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Search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959" y="411"/>
            <a:ext cx="6847531" cy="10286102"/>
            <a:chOff x="0" y="0"/>
            <a:chExt cx="5715000" cy="858485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715000" cy="8584819"/>
            </a:xfrm>
            <a:custGeom>
              <a:avLst/>
              <a:gdLst/>
              <a:ahLst/>
              <a:cxnLst/>
              <a:rect r="r" b="b" t="t" l="l"/>
              <a:pathLst>
                <a:path h="8584819" w="5715000">
                  <a:moveTo>
                    <a:pt x="0" y="0"/>
                  </a:moveTo>
                  <a:lnTo>
                    <a:pt x="5715000" y="0"/>
                  </a:lnTo>
                  <a:lnTo>
                    <a:pt x="5715000" y="8584819"/>
                  </a:lnTo>
                  <a:lnTo>
                    <a:pt x="0" y="85848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42" t="-3" r="-42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7820144" y="2586845"/>
            <a:ext cx="4610671" cy="2906396"/>
            <a:chOff x="0" y="0"/>
            <a:chExt cx="2886075" cy="181927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-127" y="0"/>
              <a:ext cx="2886329" cy="1819275"/>
            </a:xfrm>
            <a:custGeom>
              <a:avLst/>
              <a:gdLst/>
              <a:ahLst/>
              <a:cxnLst/>
              <a:rect r="r" b="b" t="t" l="l"/>
              <a:pathLst>
                <a:path h="1819275" w="2886329">
                  <a:moveTo>
                    <a:pt x="127" y="1690624"/>
                  </a:moveTo>
                  <a:lnTo>
                    <a:pt x="127" y="128524"/>
                  </a:lnTo>
                  <a:cubicBezTo>
                    <a:pt x="127" y="120142"/>
                    <a:pt x="1016" y="111760"/>
                    <a:pt x="2667" y="103505"/>
                  </a:cubicBezTo>
                  <a:cubicBezTo>
                    <a:pt x="4318" y="95250"/>
                    <a:pt x="6731" y="87122"/>
                    <a:pt x="10033" y="79375"/>
                  </a:cubicBezTo>
                  <a:cubicBezTo>
                    <a:pt x="13335" y="71628"/>
                    <a:pt x="17272" y="64135"/>
                    <a:pt x="21971" y="57150"/>
                  </a:cubicBezTo>
                  <a:cubicBezTo>
                    <a:pt x="26670" y="50165"/>
                    <a:pt x="32004" y="43688"/>
                    <a:pt x="37973" y="37592"/>
                  </a:cubicBezTo>
                  <a:cubicBezTo>
                    <a:pt x="43942" y="31496"/>
                    <a:pt x="50419" y="26289"/>
                    <a:pt x="57404" y="21590"/>
                  </a:cubicBezTo>
                  <a:cubicBezTo>
                    <a:pt x="64389" y="16891"/>
                    <a:pt x="71755" y="12954"/>
                    <a:pt x="79502" y="9779"/>
                  </a:cubicBezTo>
                  <a:cubicBezTo>
                    <a:pt x="87249" y="6604"/>
                    <a:pt x="95377" y="4064"/>
                    <a:pt x="103632" y="2413"/>
                  </a:cubicBezTo>
                  <a:cubicBezTo>
                    <a:pt x="111887" y="762"/>
                    <a:pt x="120269" y="0"/>
                    <a:pt x="128651" y="0"/>
                  </a:cubicBezTo>
                  <a:lnTo>
                    <a:pt x="2757551" y="0"/>
                  </a:lnTo>
                  <a:cubicBezTo>
                    <a:pt x="2765933" y="0"/>
                    <a:pt x="2774315" y="762"/>
                    <a:pt x="2782697" y="2413"/>
                  </a:cubicBezTo>
                  <a:cubicBezTo>
                    <a:pt x="2791079" y="4064"/>
                    <a:pt x="2799080" y="6477"/>
                    <a:pt x="2806827" y="9779"/>
                  </a:cubicBezTo>
                  <a:cubicBezTo>
                    <a:pt x="2814574" y="13081"/>
                    <a:pt x="2822067" y="17018"/>
                    <a:pt x="2829052" y="21590"/>
                  </a:cubicBezTo>
                  <a:cubicBezTo>
                    <a:pt x="2836037" y="26162"/>
                    <a:pt x="2842514" y="31623"/>
                    <a:pt x="2848483" y="37592"/>
                  </a:cubicBezTo>
                  <a:cubicBezTo>
                    <a:pt x="2854452" y="43561"/>
                    <a:pt x="2859786" y="50038"/>
                    <a:pt x="2864485" y="57150"/>
                  </a:cubicBezTo>
                  <a:cubicBezTo>
                    <a:pt x="2869184" y="64262"/>
                    <a:pt x="2873121" y="71628"/>
                    <a:pt x="2876423" y="79375"/>
                  </a:cubicBezTo>
                  <a:cubicBezTo>
                    <a:pt x="2879725" y="87122"/>
                    <a:pt x="2882138" y="95250"/>
                    <a:pt x="2883789" y="103505"/>
                  </a:cubicBezTo>
                  <a:cubicBezTo>
                    <a:pt x="2885440" y="111760"/>
                    <a:pt x="2886329" y="120142"/>
                    <a:pt x="2886329" y="128651"/>
                  </a:cubicBezTo>
                  <a:lnTo>
                    <a:pt x="2886329" y="1690751"/>
                  </a:lnTo>
                  <a:cubicBezTo>
                    <a:pt x="2886329" y="1699133"/>
                    <a:pt x="2885440" y="1707515"/>
                    <a:pt x="2883789" y="1715770"/>
                  </a:cubicBezTo>
                  <a:cubicBezTo>
                    <a:pt x="2882138" y="1724025"/>
                    <a:pt x="2879725" y="1732026"/>
                    <a:pt x="2876423" y="1739900"/>
                  </a:cubicBezTo>
                  <a:cubicBezTo>
                    <a:pt x="2873121" y="1747774"/>
                    <a:pt x="2869184" y="1755140"/>
                    <a:pt x="2864612" y="1762125"/>
                  </a:cubicBezTo>
                  <a:cubicBezTo>
                    <a:pt x="2860040" y="1769110"/>
                    <a:pt x="2854579" y="1775587"/>
                    <a:pt x="2848610" y="1781556"/>
                  </a:cubicBezTo>
                  <a:cubicBezTo>
                    <a:pt x="2842641" y="1787525"/>
                    <a:pt x="2836164" y="1792859"/>
                    <a:pt x="2829179" y="1797558"/>
                  </a:cubicBezTo>
                  <a:cubicBezTo>
                    <a:pt x="2822194" y="1802257"/>
                    <a:pt x="2814701" y="1806194"/>
                    <a:pt x="2806954" y="1809496"/>
                  </a:cubicBezTo>
                  <a:cubicBezTo>
                    <a:pt x="2799207" y="1812798"/>
                    <a:pt x="2791079" y="1815211"/>
                    <a:pt x="2782824" y="1816862"/>
                  </a:cubicBezTo>
                  <a:cubicBezTo>
                    <a:pt x="2774569" y="1818513"/>
                    <a:pt x="2766187" y="1819275"/>
                    <a:pt x="2757678" y="1819275"/>
                  </a:cubicBezTo>
                  <a:lnTo>
                    <a:pt x="128778" y="1819275"/>
                  </a:lnTo>
                  <a:cubicBezTo>
                    <a:pt x="120396" y="1819275"/>
                    <a:pt x="112014" y="1818386"/>
                    <a:pt x="103632" y="1816862"/>
                  </a:cubicBezTo>
                  <a:cubicBezTo>
                    <a:pt x="95250" y="1815338"/>
                    <a:pt x="87249" y="1812798"/>
                    <a:pt x="79502" y="1809496"/>
                  </a:cubicBezTo>
                  <a:cubicBezTo>
                    <a:pt x="71755" y="1806194"/>
                    <a:pt x="64262" y="1802257"/>
                    <a:pt x="57277" y="1797558"/>
                  </a:cubicBezTo>
                  <a:cubicBezTo>
                    <a:pt x="50292" y="1792859"/>
                    <a:pt x="43815" y="1787525"/>
                    <a:pt x="37846" y="1781556"/>
                  </a:cubicBezTo>
                  <a:cubicBezTo>
                    <a:pt x="31877" y="1775587"/>
                    <a:pt x="26543" y="1769110"/>
                    <a:pt x="21844" y="1762125"/>
                  </a:cubicBezTo>
                  <a:cubicBezTo>
                    <a:pt x="17145" y="1755140"/>
                    <a:pt x="13208" y="1747647"/>
                    <a:pt x="9906" y="1739900"/>
                  </a:cubicBezTo>
                  <a:cubicBezTo>
                    <a:pt x="6604" y="1732153"/>
                    <a:pt x="4191" y="1724025"/>
                    <a:pt x="2540" y="1715770"/>
                  </a:cubicBezTo>
                  <a:cubicBezTo>
                    <a:pt x="889" y="1707515"/>
                    <a:pt x="0" y="1699133"/>
                    <a:pt x="0" y="1690751"/>
                  </a:cubicBezTo>
                </a:path>
              </a:pathLst>
            </a:custGeom>
            <a:solidFill>
              <a:srgbClr val="CEE6FD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7820144" y="5767143"/>
            <a:ext cx="9495243" cy="2008609"/>
            <a:chOff x="0" y="0"/>
            <a:chExt cx="5943600" cy="12573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943727" cy="1257300"/>
            </a:xfrm>
            <a:custGeom>
              <a:avLst/>
              <a:gdLst/>
              <a:ahLst/>
              <a:cxnLst/>
              <a:rect r="r" b="b" t="t" l="l"/>
              <a:pathLst>
                <a:path h="1257300" w="5943727">
                  <a:moveTo>
                    <a:pt x="0" y="1128776"/>
                  </a:moveTo>
                  <a:lnTo>
                    <a:pt x="0" y="128524"/>
                  </a:lnTo>
                  <a:cubicBezTo>
                    <a:pt x="0" y="120142"/>
                    <a:pt x="889" y="111760"/>
                    <a:pt x="2540" y="103505"/>
                  </a:cubicBezTo>
                  <a:cubicBezTo>
                    <a:pt x="4191" y="95250"/>
                    <a:pt x="6604" y="87122"/>
                    <a:pt x="9906" y="79375"/>
                  </a:cubicBezTo>
                  <a:cubicBezTo>
                    <a:pt x="13208" y="71628"/>
                    <a:pt x="17145" y="64135"/>
                    <a:pt x="21844" y="57150"/>
                  </a:cubicBezTo>
                  <a:cubicBezTo>
                    <a:pt x="26543" y="50165"/>
                    <a:pt x="31877" y="43688"/>
                    <a:pt x="37846" y="37592"/>
                  </a:cubicBezTo>
                  <a:cubicBezTo>
                    <a:pt x="43815" y="31496"/>
                    <a:pt x="50292" y="26289"/>
                    <a:pt x="57277" y="21590"/>
                  </a:cubicBezTo>
                  <a:cubicBezTo>
                    <a:pt x="64262" y="16891"/>
                    <a:pt x="71628" y="12954"/>
                    <a:pt x="79375" y="9779"/>
                  </a:cubicBezTo>
                  <a:cubicBezTo>
                    <a:pt x="87122" y="6604"/>
                    <a:pt x="95250" y="4064"/>
                    <a:pt x="103505" y="2413"/>
                  </a:cubicBezTo>
                  <a:cubicBezTo>
                    <a:pt x="111760" y="762"/>
                    <a:pt x="120142" y="0"/>
                    <a:pt x="128524" y="0"/>
                  </a:cubicBezTo>
                  <a:lnTo>
                    <a:pt x="5815076" y="0"/>
                  </a:lnTo>
                  <a:cubicBezTo>
                    <a:pt x="5823585" y="0"/>
                    <a:pt x="5831840" y="762"/>
                    <a:pt x="5840222" y="2413"/>
                  </a:cubicBezTo>
                  <a:cubicBezTo>
                    <a:pt x="5848604" y="4064"/>
                    <a:pt x="5856605" y="6477"/>
                    <a:pt x="5864352" y="9779"/>
                  </a:cubicBezTo>
                  <a:cubicBezTo>
                    <a:pt x="5872099" y="13081"/>
                    <a:pt x="5879592" y="17018"/>
                    <a:pt x="5886577" y="21717"/>
                  </a:cubicBezTo>
                  <a:cubicBezTo>
                    <a:pt x="5893562" y="26416"/>
                    <a:pt x="5900039" y="31750"/>
                    <a:pt x="5906008" y="37719"/>
                  </a:cubicBezTo>
                  <a:cubicBezTo>
                    <a:pt x="5911977" y="43688"/>
                    <a:pt x="5917311" y="50165"/>
                    <a:pt x="5922010" y="57277"/>
                  </a:cubicBezTo>
                  <a:cubicBezTo>
                    <a:pt x="5926709" y="64389"/>
                    <a:pt x="5930646" y="71755"/>
                    <a:pt x="5933821" y="79502"/>
                  </a:cubicBezTo>
                  <a:cubicBezTo>
                    <a:pt x="5936996" y="87249"/>
                    <a:pt x="5939536" y="95377"/>
                    <a:pt x="5941187" y="103632"/>
                  </a:cubicBezTo>
                  <a:cubicBezTo>
                    <a:pt x="5942838" y="111887"/>
                    <a:pt x="5943727" y="120269"/>
                    <a:pt x="5943727" y="128778"/>
                  </a:cubicBezTo>
                  <a:lnTo>
                    <a:pt x="5943727" y="1128776"/>
                  </a:lnTo>
                  <a:cubicBezTo>
                    <a:pt x="5943727" y="1137158"/>
                    <a:pt x="5942838" y="1145540"/>
                    <a:pt x="5941187" y="1153795"/>
                  </a:cubicBezTo>
                  <a:cubicBezTo>
                    <a:pt x="5939536" y="1162050"/>
                    <a:pt x="5937123" y="1170178"/>
                    <a:pt x="5933821" y="1177925"/>
                  </a:cubicBezTo>
                  <a:cubicBezTo>
                    <a:pt x="5930519" y="1185672"/>
                    <a:pt x="5926582" y="1193165"/>
                    <a:pt x="5922010" y="1200150"/>
                  </a:cubicBezTo>
                  <a:cubicBezTo>
                    <a:pt x="5917438" y="1207135"/>
                    <a:pt x="5911977" y="1213612"/>
                    <a:pt x="5906008" y="1219581"/>
                  </a:cubicBezTo>
                  <a:cubicBezTo>
                    <a:pt x="5900039" y="1225550"/>
                    <a:pt x="5893562" y="1230884"/>
                    <a:pt x="5886577" y="1235583"/>
                  </a:cubicBezTo>
                  <a:cubicBezTo>
                    <a:pt x="5879592" y="1240282"/>
                    <a:pt x="5872099" y="1244219"/>
                    <a:pt x="5864352" y="1247521"/>
                  </a:cubicBezTo>
                  <a:cubicBezTo>
                    <a:pt x="5856605" y="1250823"/>
                    <a:pt x="5848477" y="1253236"/>
                    <a:pt x="5840222" y="1254887"/>
                  </a:cubicBezTo>
                  <a:cubicBezTo>
                    <a:pt x="5831967" y="1256538"/>
                    <a:pt x="5823585" y="1257300"/>
                    <a:pt x="5815076" y="1257300"/>
                  </a:cubicBezTo>
                  <a:lnTo>
                    <a:pt x="128524" y="1257300"/>
                  </a:lnTo>
                  <a:cubicBezTo>
                    <a:pt x="120142" y="1257300"/>
                    <a:pt x="111760" y="1256411"/>
                    <a:pt x="103378" y="1254887"/>
                  </a:cubicBezTo>
                  <a:cubicBezTo>
                    <a:pt x="94996" y="1253363"/>
                    <a:pt x="86995" y="1250823"/>
                    <a:pt x="79248" y="1247521"/>
                  </a:cubicBezTo>
                  <a:cubicBezTo>
                    <a:pt x="71501" y="1244219"/>
                    <a:pt x="64008" y="1240282"/>
                    <a:pt x="57023" y="1235583"/>
                  </a:cubicBezTo>
                  <a:cubicBezTo>
                    <a:pt x="50038" y="1230884"/>
                    <a:pt x="43561" y="1225550"/>
                    <a:pt x="37592" y="1219581"/>
                  </a:cubicBezTo>
                  <a:cubicBezTo>
                    <a:pt x="31623" y="1213612"/>
                    <a:pt x="26289" y="1207135"/>
                    <a:pt x="21590" y="1200150"/>
                  </a:cubicBezTo>
                  <a:cubicBezTo>
                    <a:pt x="16891" y="1193165"/>
                    <a:pt x="12954" y="1185672"/>
                    <a:pt x="9652" y="1177925"/>
                  </a:cubicBezTo>
                  <a:cubicBezTo>
                    <a:pt x="6350" y="1170178"/>
                    <a:pt x="4064" y="1162050"/>
                    <a:pt x="2540" y="1153795"/>
                  </a:cubicBezTo>
                  <a:cubicBezTo>
                    <a:pt x="1016" y="1145540"/>
                    <a:pt x="0" y="1137158"/>
                    <a:pt x="0" y="1128776"/>
                  </a:cubicBezTo>
                </a:path>
              </a:pathLst>
            </a:custGeom>
            <a:solidFill>
              <a:srgbClr val="CEE6FD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2704716" y="2586845"/>
            <a:ext cx="4610671" cy="2906396"/>
            <a:chOff x="0" y="0"/>
            <a:chExt cx="2886075" cy="181927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886075" cy="1819275"/>
            </a:xfrm>
            <a:custGeom>
              <a:avLst/>
              <a:gdLst/>
              <a:ahLst/>
              <a:cxnLst/>
              <a:rect r="r" b="b" t="t" l="l"/>
              <a:pathLst>
                <a:path h="1819275" w="2886075">
                  <a:moveTo>
                    <a:pt x="0" y="1690624"/>
                  </a:moveTo>
                  <a:lnTo>
                    <a:pt x="0" y="128524"/>
                  </a:lnTo>
                  <a:cubicBezTo>
                    <a:pt x="0" y="120142"/>
                    <a:pt x="889" y="111760"/>
                    <a:pt x="2540" y="103505"/>
                  </a:cubicBezTo>
                  <a:cubicBezTo>
                    <a:pt x="4191" y="95250"/>
                    <a:pt x="6604" y="87122"/>
                    <a:pt x="9906" y="79375"/>
                  </a:cubicBezTo>
                  <a:cubicBezTo>
                    <a:pt x="13208" y="71628"/>
                    <a:pt x="17145" y="64135"/>
                    <a:pt x="21717" y="57150"/>
                  </a:cubicBezTo>
                  <a:cubicBezTo>
                    <a:pt x="26289" y="50165"/>
                    <a:pt x="31750" y="43688"/>
                    <a:pt x="37719" y="37592"/>
                  </a:cubicBezTo>
                  <a:cubicBezTo>
                    <a:pt x="43688" y="31496"/>
                    <a:pt x="50165" y="26289"/>
                    <a:pt x="57150" y="21590"/>
                  </a:cubicBezTo>
                  <a:cubicBezTo>
                    <a:pt x="64135" y="16891"/>
                    <a:pt x="71628" y="12954"/>
                    <a:pt x="79375" y="9779"/>
                  </a:cubicBezTo>
                  <a:cubicBezTo>
                    <a:pt x="87122" y="6604"/>
                    <a:pt x="95250" y="4064"/>
                    <a:pt x="103505" y="2413"/>
                  </a:cubicBezTo>
                  <a:cubicBezTo>
                    <a:pt x="111760" y="762"/>
                    <a:pt x="120142" y="0"/>
                    <a:pt x="128524" y="0"/>
                  </a:cubicBezTo>
                  <a:lnTo>
                    <a:pt x="2757424" y="0"/>
                  </a:lnTo>
                  <a:cubicBezTo>
                    <a:pt x="2765933" y="0"/>
                    <a:pt x="2774188" y="762"/>
                    <a:pt x="2782570" y="2413"/>
                  </a:cubicBezTo>
                  <a:cubicBezTo>
                    <a:pt x="2790952" y="4064"/>
                    <a:pt x="2798953" y="6477"/>
                    <a:pt x="2806700" y="9779"/>
                  </a:cubicBezTo>
                  <a:cubicBezTo>
                    <a:pt x="2814447" y="13081"/>
                    <a:pt x="2821940" y="17018"/>
                    <a:pt x="2828925" y="21590"/>
                  </a:cubicBezTo>
                  <a:cubicBezTo>
                    <a:pt x="2835910" y="26162"/>
                    <a:pt x="2842387" y="31623"/>
                    <a:pt x="2848356" y="37592"/>
                  </a:cubicBezTo>
                  <a:cubicBezTo>
                    <a:pt x="2854325" y="43561"/>
                    <a:pt x="2859659" y="50038"/>
                    <a:pt x="2864358" y="57150"/>
                  </a:cubicBezTo>
                  <a:cubicBezTo>
                    <a:pt x="2869057" y="64262"/>
                    <a:pt x="2872994" y="71628"/>
                    <a:pt x="2876169" y="79375"/>
                  </a:cubicBezTo>
                  <a:cubicBezTo>
                    <a:pt x="2879344" y="87122"/>
                    <a:pt x="2881884" y="95250"/>
                    <a:pt x="2883535" y="103505"/>
                  </a:cubicBezTo>
                  <a:cubicBezTo>
                    <a:pt x="2885186" y="111760"/>
                    <a:pt x="2886075" y="120142"/>
                    <a:pt x="2886075" y="128651"/>
                  </a:cubicBezTo>
                  <a:lnTo>
                    <a:pt x="2886075" y="1690751"/>
                  </a:lnTo>
                  <a:cubicBezTo>
                    <a:pt x="2886075" y="1699133"/>
                    <a:pt x="2885186" y="1707515"/>
                    <a:pt x="2883535" y="1715770"/>
                  </a:cubicBezTo>
                  <a:cubicBezTo>
                    <a:pt x="2881884" y="1724025"/>
                    <a:pt x="2879471" y="1732026"/>
                    <a:pt x="2876169" y="1739900"/>
                  </a:cubicBezTo>
                  <a:cubicBezTo>
                    <a:pt x="2872867" y="1747774"/>
                    <a:pt x="2868930" y="1755140"/>
                    <a:pt x="2864358" y="1762125"/>
                  </a:cubicBezTo>
                  <a:cubicBezTo>
                    <a:pt x="2859786" y="1769110"/>
                    <a:pt x="2854325" y="1775587"/>
                    <a:pt x="2848356" y="1781556"/>
                  </a:cubicBezTo>
                  <a:cubicBezTo>
                    <a:pt x="2842387" y="1787525"/>
                    <a:pt x="2835910" y="1792859"/>
                    <a:pt x="2828925" y="1797558"/>
                  </a:cubicBezTo>
                  <a:cubicBezTo>
                    <a:pt x="2821940" y="1802257"/>
                    <a:pt x="2814447" y="1806194"/>
                    <a:pt x="2806700" y="1809496"/>
                  </a:cubicBezTo>
                  <a:cubicBezTo>
                    <a:pt x="2798953" y="1812798"/>
                    <a:pt x="2790825" y="1815211"/>
                    <a:pt x="2782570" y="1816862"/>
                  </a:cubicBezTo>
                  <a:cubicBezTo>
                    <a:pt x="2774315" y="1818513"/>
                    <a:pt x="2765933" y="1819275"/>
                    <a:pt x="2757424" y="1819275"/>
                  </a:cubicBezTo>
                  <a:lnTo>
                    <a:pt x="128524" y="1819275"/>
                  </a:lnTo>
                  <a:cubicBezTo>
                    <a:pt x="120142" y="1819275"/>
                    <a:pt x="111760" y="1818386"/>
                    <a:pt x="103505" y="1816862"/>
                  </a:cubicBezTo>
                  <a:cubicBezTo>
                    <a:pt x="95250" y="1815338"/>
                    <a:pt x="87122" y="1812798"/>
                    <a:pt x="79375" y="1809496"/>
                  </a:cubicBezTo>
                  <a:cubicBezTo>
                    <a:pt x="71628" y="1806194"/>
                    <a:pt x="64135" y="1802257"/>
                    <a:pt x="57150" y="1797558"/>
                  </a:cubicBezTo>
                  <a:cubicBezTo>
                    <a:pt x="50165" y="1792859"/>
                    <a:pt x="43688" y="1787525"/>
                    <a:pt x="37719" y="1781556"/>
                  </a:cubicBezTo>
                  <a:cubicBezTo>
                    <a:pt x="31750" y="1775587"/>
                    <a:pt x="26416" y="1769110"/>
                    <a:pt x="21717" y="1762125"/>
                  </a:cubicBezTo>
                  <a:cubicBezTo>
                    <a:pt x="17018" y="1755140"/>
                    <a:pt x="13081" y="1747647"/>
                    <a:pt x="9906" y="1739900"/>
                  </a:cubicBezTo>
                  <a:cubicBezTo>
                    <a:pt x="6731" y="1732153"/>
                    <a:pt x="4191" y="1724025"/>
                    <a:pt x="2540" y="1715770"/>
                  </a:cubicBezTo>
                  <a:cubicBezTo>
                    <a:pt x="889" y="1707515"/>
                    <a:pt x="0" y="1699133"/>
                    <a:pt x="0" y="1690751"/>
                  </a:cubicBezTo>
                </a:path>
              </a:pathLst>
            </a:custGeom>
            <a:solidFill>
              <a:srgbClr val="CEE6FD"/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7820144" y="1285685"/>
            <a:ext cx="4618121" cy="9376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72"/>
              </a:lnSpc>
            </a:pPr>
            <a:r>
              <a:rPr lang="en-US" sz="5551">
                <a:solidFill>
                  <a:srgbClr val="091C5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Problem Statement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875014" y="2846431"/>
            <a:ext cx="67395" cy="460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4"/>
              </a:lnSpc>
            </a:pPr>
            <a:r>
              <a:rPr lang="en-US" sz="2695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094045" y="6017203"/>
            <a:ext cx="1596014" cy="550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68"/>
              </a:lnSpc>
            </a:pPr>
            <a:r>
              <a:rPr lang="en-US" sz="3334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Static FAQs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446007" y="6629889"/>
            <a:ext cx="55039" cy="377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19"/>
              </a:lnSpc>
            </a:pPr>
            <a:r>
              <a:rPr lang="en-US" sz="2156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094045" y="2836906"/>
            <a:ext cx="2511395" cy="550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68"/>
              </a:lnSpc>
            </a:pPr>
            <a:r>
              <a:rPr lang="en-US" sz="3334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Slow</a:t>
            </a:r>
            <a:r>
              <a:rPr lang="en-US" sz="3334">
                <a:solidFill>
                  <a:srgbClr val="000000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 </a:t>
            </a:r>
            <a:r>
              <a:rPr lang="en-US" sz="3334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&amp;</a:t>
            </a:r>
            <a:r>
              <a:rPr lang="en-US" sz="3334">
                <a:solidFill>
                  <a:srgbClr val="000000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 </a:t>
            </a:r>
            <a:r>
              <a:rPr lang="en-US" sz="3334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Repetitive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978617" y="2836906"/>
            <a:ext cx="1688582" cy="550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68"/>
              </a:lnSpc>
            </a:pPr>
            <a:r>
              <a:rPr lang="en-US" sz="3334" spc="6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No</a:t>
            </a:r>
            <a:r>
              <a:rPr lang="en-US" sz="3334" spc="6">
                <a:solidFill>
                  <a:srgbClr val="000000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 </a:t>
            </a:r>
            <a:r>
              <a:rPr lang="en-US" sz="3334" spc="6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Memory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950693" y="3464808"/>
            <a:ext cx="55039" cy="377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19"/>
              </a:lnSpc>
            </a:pPr>
            <a:r>
              <a:rPr lang="en-US" sz="2156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094045" y="3417183"/>
            <a:ext cx="3833704" cy="15554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46"/>
              </a:lnSpc>
            </a:pPr>
            <a:r>
              <a:rPr lang="en-US" sz="2635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Customer support responses are often slow, repetitive, and inconsistent across interactions.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978617" y="3474333"/>
            <a:ext cx="2668001" cy="4276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90"/>
              </a:lnSpc>
            </a:pPr>
            <a:r>
              <a:rPr lang="en-US" sz="2635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Limiteduse of past user 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978617" y="3858469"/>
            <a:ext cx="3486413" cy="10228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46"/>
              </a:lnSpc>
            </a:pPr>
            <a:r>
              <a:rPr lang="en-US" sz="2635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interactions — every query starts from scratch.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094045" y="6582264"/>
            <a:ext cx="9073039" cy="4902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46"/>
              </a:lnSpc>
            </a:pPr>
            <a:r>
              <a:rPr lang="en-US" sz="2635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Traditional FAQ systems lack adaptability and cannot handle real-time needs.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820144" y="8052596"/>
            <a:ext cx="9119846" cy="8570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4"/>
              </a:lnSpc>
            </a:pPr>
            <a:r>
              <a:rPr lang="en-US" sz="2156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There is a clear need for an intelligent, real-time support system that is personalized, accurate, and contextual.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03839" y="-89457"/>
            <a:ext cx="16280309" cy="10456966"/>
            <a:chOff x="0" y="0"/>
            <a:chExt cx="11557000" cy="74231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63500" y="63500"/>
              <a:ext cx="11430000" cy="7296150"/>
            </a:xfrm>
            <a:custGeom>
              <a:avLst/>
              <a:gdLst/>
              <a:ahLst/>
              <a:cxnLst/>
              <a:rect r="r" b="b" t="t" l="l"/>
              <a:pathLst>
                <a:path h="7296150" w="11430000">
                  <a:moveTo>
                    <a:pt x="0" y="7296150"/>
                  </a:moveTo>
                  <a:lnTo>
                    <a:pt x="11430000" y="7296150"/>
                  </a:lnTo>
                  <a:lnTo>
                    <a:pt x="11430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5F5F6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3500" y="64008"/>
              <a:ext cx="11430000" cy="7295642"/>
            </a:xfrm>
            <a:custGeom>
              <a:avLst/>
              <a:gdLst/>
              <a:ahLst/>
              <a:cxnLst/>
              <a:rect r="r" b="b" t="t" l="l"/>
              <a:pathLst>
                <a:path h="7295642" w="11430000">
                  <a:moveTo>
                    <a:pt x="0" y="0"/>
                  </a:moveTo>
                  <a:lnTo>
                    <a:pt x="0" y="7295642"/>
                  </a:lnTo>
                  <a:lnTo>
                    <a:pt x="11430000" y="7295642"/>
                  </a:lnTo>
                  <a:lnTo>
                    <a:pt x="11430000" y="0"/>
                  </a:lnTo>
                  <a:close/>
                </a:path>
              </a:pathLst>
            </a:custGeom>
            <a:solidFill>
              <a:srgbClr val="DEEEFF"/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63500" y="63500"/>
              <a:ext cx="11430000" cy="7296150"/>
            </a:xfrm>
            <a:custGeom>
              <a:avLst/>
              <a:gdLst/>
              <a:ahLst/>
              <a:cxnLst/>
              <a:rect r="r" b="b" t="t" l="l"/>
              <a:pathLst>
                <a:path h="7296150" w="11430000">
                  <a:moveTo>
                    <a:pt x="0" y="7296150"/>
                  </a:moveTo>
                  <a:lnTo>
                    <a:pt x="11430000" y="7296150"/>
                  </a:lnTo>
                  <a:lnTo>
                    <a:pt x="11430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EEEFF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63500" y="64008"/>
              <a:ext cx="11430000" cy="7295642"/>
            </a:xfrm>
            <a:custGeom>
              <a:avLst/>
              <a:gdLst/>
              <a:ahLst/>
              <a:cxnLst/>
              <a:rect r="r" b="b" t="t" l="l"/>
              <a:pathLst>
                <a:path h="7295642" w="11430000">
                  <a:moveTo>
                    <a:pt x="0" y="0"/>
                  </a:moveTo>
                  <a:lnTo>
                    <a:pt x="0" y="7295642"/>
                  </a:lnTo>
                  <a:lnTo>
                    <a:pt x="11430000" y="7295642"/>
                  </a:lnTo>
                  <a:lnTo>
                    <a:pt x="114300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938619" y="2052930"/>
            <a:ext cx="9164385" cy="5192704"/>
            <a:chOff x="0" y="0"/>
            <a:chExt cx="8674100" cy="49149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674227" cy="4914900"/>
            </a:xfrm>
            <a:custGeom>
              <a:avLst/>
              <a:gdLst/>
              <a:ahLst/>
              <a:cxnLst/>
              <a:rect r="r" b="b" t="t" l="l"/>
              <a:pathLst>
                <a:path h="4914900" w="8674227">
                  <a:moveTo>
                    <a:pt x="171450" y="0"/>
                  </a:moveTo>
                  <a:cubicBezTo>
                    <a:pt x="148717" y="0"/>
                    <a:pt x="126873" y="4318"/>
                    <a:pt x="105791" y="13081"/>
                  </a:cubicBezTo>
                  <a:cubicBezTo>
                    <a:pt x="84709" y="21844"/>
                    <a:pt x="66294" y="34163"/>
                    <a:pt x="50165" y="50165"/>
                  </a:cubicBezTo>
                  <a:cubicBezTo>
                    <a:pt x="34036" y="66167"/>
                    <a:pt x="21717" y="84836"/>
                    <a:pt x="13081" y="105791"/>
                  </a:cubicBezTo>
                  <a:cubicBezTo>
                    <a:pt x="4445" y="126746"/>
                    <a:pt x="0" y="148717"/>
                    <a:pt x="0" y="171450"/>
                  </a:cubicBezTo>
                  <a:lnTo>
                    <a:pt x="0" y="4743450"/>
                  </a:lnTo>
                  <a:cubicBezTo>
                    <a:pt x="0" y="4766183"/>
                    <a:pt x="4318" y="4788027"/>
                    <a:pt x="13081" y="4809109"/>
                  </a:cubicBezTo>
                  <a:cubicBezTo>
                    <a:pt x="21844" y="4830191"/>
                    <a:pt x="34163" y="4848606"/>
                    <a:pt x="50292" y="4864735"/>
                  </a:cubicBezTo>
                  <a:cubicBezTo>
                    <a:pt x="66421" y="4880864"/>
                    <a:pt x="84963" y="4893183"/>
                    <a:pt x="105918" y="4901946"/>
                  </a:cubicBezTo>
                  <a:cubicBezTo>
                    <a:pt x="126873" y="4910709"/>
                    <a:pt x="148717" y="4914900"/>
                    <a:pt x="171450" y="4914900"/>
                  </a:cubicBezTo>
                  <a:lnTo>
                    <a:pt x="8502650" y="4914900"/>
                  </a:lnTo>
                  <a:cubicBezTo>
                    <a:pt x="8525383" y="4914900"/>
                    <a:pt x="8547227" y="4910582"/>
                    <a:pt x="8568309" y="4901819"/>
                  </a:cubicBezTo>
                  <a:cubicBezTo>
                    <a:pt x="8589391" y="4893056"/>
                    <a:pt x="8607806" y="4880737"/>
                    <a:pt x="8623935" y="4864608"/>
                  </a:cubicBezTo>
                  <a:cubicBezTo>
                    <a:pt x="8640064" y="4848479"/>
                    <a:pt x="8652383" y="4829937"/>
                    <a:pt x="8661146" y="4808982"/>
                  </a:cubicBezTo>
                  <a:cubicBezTo>
                    <a:pt x="8669909" y="4788027"/>
                    <a:pt x="8674227" y="4766056"/>
                    <a:pt x="8674227" y="4743323"/>
                  </a:cubicBezTo>
                  <a:lnTo>
                    <a:pt x="8674227" y="171450"/>
                  </a:lnTo>
                  <a:cubicBezTo>
                    <a:pt x="8674227" y="148717"/>
                    <a:pt x="8669909" y="126873"/>
                    <a:pt x="8661146" y="105791"/>
                  </a:cubicBezTo>
                  <a:cubicBezTo>
                    <a:pt x="8652383" y="84709"/>
                    <a:pt x="8640064" y="66294"/>
                    <a:pt x="8623935" y="50165"/>
                  </a:cubicBezTo>
                  <a:cubicBezTo>
                    <a:pt x="8607806" y="34036"/>
                    <a:pt x="8589264" y="21717"/>
                    <a:pt x="8568309" y="12954"/>
                  </a:cubicBezTo>
                  <a:cubicBezTo>
                    <a:pt x="8547354" y="4191"/>
                    <a:pt x="8525383" y="0"/>
                    <a:pt x="8502650" y="0"/>
                  </a:cubicBezTo>
                  <a:close/>
                </a:path>
              </a:pathLst>
            </a:custGeom>
            <a:blipFill>
              <a:blip r:embed="rId2"/>
              <a:stretch>
                <a:fillRect l="0" t="0" r="1" b="0"/>
              </a:stretch>
            </a:blip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1822327" y="7692891"/>
            <a:ext cx="4848309" cy="2017144"/>
          </a:xfrm>
          <a:custGeom>
            <a:avLst/>
            <a:gdLst/>
            <a:ahLst/>
            <a:cxnLst/>
            <a:rect r="r" b="b" t="t" l="l"/>
            <a:pathLst>
              <a:path h="2017144" w="4848309">
                <a:moveTo>
                  <a:pt x="0" y="0"/>
                </a:moveTo>
                <a:lnTo>
                  <a:pt x="4848309" y="0"/>
                </a:lnTo>
                <a:lnTo>
                  <a:pt x="4848309" y="2017144"/>
                </a:lnTo>
                <a:lnTo>
                  <a:pt x="0" y="201714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6706421" y="7692891"/>
            <a:ext cx="4848309" cy="2017144"/>
          </a:xfrm>
          <a:custGeom>
            <a:avLst/>
            <a:gdLst/>
            <a:ahLst/>
            <a:cxnLst/>
            <a:rect r="r" b="b" t="t" l="l"/>
            <a:pathLst>
              <a:path h="2017144" w="4848309">
                <a:moveTo>
                  <a:pt x="0" y="0"/>
                </a:moveTo>
                <a:lnTo>
                  <a:pt x="4848309" y="0"/>
                </a:lnTo>
                <a:lnTo>
                  <a:pt x="4848309" y="2017144"/>
                </a:lnTo>
                <a:lnTo>
                  <a:pt x="0" y="201714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1590515" y="7692891"/>
            <a:ext cx="4848309" cy="2017144"/>
          </a:xfrm>
          <a:custGeom>
            <a:avLst/>
            <a:gdLst/>
            <a:ahLst/>
            <a:cxnLst/>
            <a:rect r="r" b="b" t="t" l="l"/>
            <a:pathLst>
              <a:path h="2017144" w="4848309">
                <a:moveTo>
                  <a:pt x="0" y="0"/>
                </a:moveTo>
                <a:lnTo>
                  <a:pt x="4848309" y="0"/>
                </a:lnTo>
                <a:lnTo>
                  <a:pt x="4848309" y="2017144"/>
                </a:lnTo>
                <a:lnTo>
                  <a:pt x="0" y="201714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938619" y="643897"/>
            <a:ext cx="7667597" cy="8201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53"/>
              </a:lnSpc>
            </a:pPr>
            <a:r>
              <a:rPr lang="en-US" sz="4895" spc="4">
                <a:solidFill>
                  <a:srgbClr val="091C5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Proposed Solution — SupportPlus AI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287483" y="8420012"/>
            <a:ext cx="3574030" cy="8668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7"/>
              </a:lnSpc>
            </a:pPr>
            <a:r>
              <a:rPr lang="en-US" sz="2183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Structured knowledge base for consistent answers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171577" y="8577725"/>
            <a:ext cx="3394294" cy="3678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56"/>
              </a:lnSpc>
            </a:pPr>
            <a:r>
              <a:rPr lang="en-US" sz="2183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Past interactions for personalization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055671" y="8530100"/>
            <a:ext cx="3634330" cy="4240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17"/>
              </a:lnSpc>
            </a:pPr>
            <a:r>
              <a:rPr lang="en-US" sz="2183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Live information when FAQs fall short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701776" y="3613538"/>
            <a:ext cx="4553653" cy="2915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52"/>
              </a:lnSpc>
            </a:pPr>
            <a:r>
              <a:rPr lang="en-US" sz="2887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SupportPlus AI is an AI-powered customer support assistant that combines three intelligent data sources to deliver personalized, accurate, and contextual answers.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287483" y="8032451"/>
            <a:ext cx="1726149" cy="482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16"/>
              </a:lnSpc>
            </a:pPr>
            <a:r>
              <a:rPr lang="en-US" sz="2940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Internal FAQs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171577" y="8032451"/>
            <a:ext cx="1702668" cy="482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16"/>
              </a:lnSpc>
            </a:pPr>
            <a:r>
              <a:rPr lang="en-US" sz="2940" spc="5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User Memory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055671" y="8032451"/>
            <a:ext cx="2627101" cy="482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16"/>
              </a:lnSpc>
            </a:pPr>
            <a:r>
              <a:rPr lang="en-US" sz="2940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Real-Time Web Data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807786" y="2201757"/>
            <a:ext cx="14660275" cy="6099852"/>
            <a:chOff x="0" y="0"/>
            <a:chExt cx="9882111" cy="411175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63500" y="3091437"/>
              <a:ext cx="9755123" cy="956819"/>
            </a:xfrm>
            <a:custGeom>
              <a:avLst/>
              <a:gdLst/>
              <a:ahLst/>
              <a:cxnLst/>
              <a:rect r="r" b="b" t="t" l="l"/>
              <a:pathLst>
                <a:path h="956819" w="9755123">
                  <a:moveTo>
                    <a:pt x="9755123" y="478410"/>
                  </a:moveTo>
                  <a:lnTo>
                    <a:pt x="9267062" y="956820"/>
                  </a:lnTo>
                  <a:lnTo>
                    <a:pt x="9267062" y="838836"/>
                  </a:lnTo>
                  <a:lnTo>
                    <a:pt x="0" y="838836"/>
                  </a:lnTo>
                  <a:lnTo>
                    <a:pt x="0" y="122810"/>
                  </a:lnTo>
                  <a:lnTo>
                    <a:pt x="9267062" y="122810"/>
                  </a:lnTo>
                  <a:lnTo>
                    <a:pt x="9267062" y="0"/>
                  </a:lnTo>
                  <a:lnTo>
                    <a:pt x="9755123" y="478410"/>
                  </a:lnTo>
                  <a:close/>
                </a:path>
              </a:pathLst>
            </a:custGeom>
            <a:solidFill>
              <a:srgbClr val="3297F6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3500" y="2081786"/>
              <a:ext cx="8834500" cy="956819"/>
            </a:xfrm>
            <a:custGeom>
              <a:avLst/>
              <a:gdLst/>
              <a:ahLst/>
              <a:cxnLst/>
              <a:rect r="r" b="b" t="t" l="l"/>
              <a:pathLst>
                <a:path h="956819" w="8834500">
                  <a:moveTo>
                    <a:pt x="8834500" y="478410"/>
                  </a:moveTo>
                  <a:lnTo>
                    <a:pt x="8346439" y="956819"/>
                  </a:lnTo>
                  <a:lnTo>
                    <a:pt x="8346439" y="835788"/>
                  </a:lnTo>
                  <a:lnTo>
                    <a:pt x="0" y="835788"/>
                  </a:lnTo>
                  <a:lnTo>
                    <a:pt x="0" y="119762"/>
                  </a:lnTo>
                  <a:lnTo>
                    <a:pt x="8346312" y="119762"/>
                  </a:lnTo>
                  <a:lnTo>
                    <a:pt x="8346312" y="0"/>
                  </a:lnTo>
                  <a:lnTo>
                    <a:pt x="8834373" y="478410"/>
                  </a:lnTo>
                  <a:close/>
                </a:path>
              </a:pathLst>
            </a:custGeom>
            <a:solidFill>
              <a:srgbClr val="0A7EEB"/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63500" y="1073786"/>
              <a:ext cx="8016112" cy="956819"/>
            </a:xfrm>
            <a:custGeom>
              <a:avLst/>
              <a:gdLst/>
              <a:ahLst/>
              <a:cxnLst/>
              <a:rect r="r" b="b" t="t" l="l"/>
              <a:pathLst>
                <a:path h="956819" w="8016112">
                  <a:moveTo>
                    <a:pt x="8016112" y="478410"/>
                  </a:moveTo>
                  <a:lnTo>
                    <a:pt x="7528051" y="956819"/>
                  </a:lnTo>
                  <a:lnTo>
                    <a:pt x="7528051" y="838836"/>
                  </a:lnTo>
                  <a:lnTo>
                    <a:pt x="0" y="838836"/>
                  </a:lnTo>
                  <a:lnTo>
                    <a:pt x="0" y="122809"/>
                  </a:lnTo>
                  <a:lnTo>
                    <a:pt x="7528051" y="122809"/>
                  </a:lnTo>
                  <a:lnTo>
                    <a:pt x="7528051" y="0"/>
                  </a:lnTo>
                  <a:lnTo>
                    <a:pt x="8016112" y="478410"/>
                  </a:lnTo>
                  <a:close/>
                </a:path>
              </a:pathLst>
            </a:custGeom>
            <a:solidFill>
              <a:srgbClr val="0864BA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63500" y="63500"/>
              <a:ext cx="7187438" cy="956819"/>
            </a:xfrm>
            <a:custGeom>
              <a:avLst/>
              <a:gdLst/>
              <a:ahLst/>
              <a:cxnLst/>
              <a:rect r="r" b="b" t="t" l="l"/>
              <a:pathLst>
                <a:path h="956819" w="7187438">
                  <a:moveTo>
                    <a:pt x="7187438" y="478410"/>
                  </a:moveTo>
                  <a:lnTo>
                    <a:pt x="6699377" y="956819"/>
                  </a:lnTo>
                  <a:lnTo>
                    <a:pt x="6699377" y="836423"/>
                  </a:lnTo>
                  <a:lnTo>
                    <a:pt x="0" y="836423"/>
                  </a:lnTo>
                  <a:lnTo>
                    <a:pt x="0" y="120396"/>
                  </a:lnTo>
                  <a:lnTo>
                    <a:pt x="6699377" y="120396"/>
                  </a:lnTo>
                  <a:lnTo>
                    <a:pt x="6699377" y="0"/>
                  </a:lnTo>
                  <a:lnTo>
                    <a:pt x="7187438" y="478410"/>
                  </a:lnTo>
                  <a:close/>
                </a:path>
              </a:pathLst>
            </a:custGeom>
            <a:solidFill>
              <a:srgbClr val="064A89"/>
            </a:solidFill>
          </p:spPr>
        </p:sp>
      </p:grpSp>
      <p:sp>
        <p:nvSpPr>
          <p:cNvPr name="TextBox 7" id="7"/>
          <p:cNvSpPr txBox="true"/>
          <p:nvPr/>
        </p:nvSpPr>
        <p:spPr>
          <a:xfrm rot="0">
            <a:off x="1555924" y="663599"/>
            <a:ext cx="4418724" cy="878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17"/>
              </a:lnSpc>
            </a:pPr>
            <a:r>
              <a:rPr lang="en-US" sz="5155">
                <a:solidFill>
                  <a:srgbClr val="091C5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System Architecture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625235" y="4269580"/>
            <a:ext cx="1268805" cy="459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64"/>
              </a:lnSpc>
            </a:pPr>
            <a:r>
              <a:rPr lang="en-US" sz="2688">
                <a:solidFill>
                  <a:srgbClr val="000000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FastAPI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625235" y="2767184"/>
            <a:ext cx="1618832" cy="459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64"/>
              </a:lnSpc>
            </a:pPr>
            <a:r>
              <a:rPr lang="en-US" sz="2688">
                <a:solidFill>
                  <a:srgbClr val="000000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User Chat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625235" y="5756815"/>
            <a:ext cx="1808294" cy="459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64"/>
              </a:lnSpc>
            </a:pPr>
            <a:r>
              <a:rPr lang="en-US" sz="2688">
                <a:solidFill>
                  <a:srgbClr val="000000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AI Services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625235" y="7259211"/>
            <a:ext cx="3088940" cy="459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64"/>
              </a:lnSpc>
            </a:pPr>
            <a:r>
              <a:rPr lang="en-US" sz="2688">
                <a:solidFill>
                  <a:srgbClr val="000000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Personalized Reply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46115" y="8567336"/>
            <a:ext cx="15247482" cy="9566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43"/>
              </a:lnSpc>
            </a:pPr>
            <a:r>
              <a:rPr lang="en-US" sz="2447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The frontend chat interface (HTML, CSS, JS) communicates with a FastAPI backend, which orchestrates four core AI services — Gemini LLM, RAG via Chroma DB, Mem0 memory, and Firecrawl web search — to generate intelligent, personalize</a:t>
            </a:r>
            <a:r>
              <a:rPr lang="en-US" sz="2447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  <a:hlinkClick r:id="rId2" tooltip="https://gamma.app/?utm_source=made-with-gamma"/>
              </a:rPr>
              <a:t>d responses.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033249" y="1741052"/>
            <a:ext cx="5860404" cy="5860404"/>
            <a:chOff x="0" y="0"/>
            <a:chExt cx="6540500" cy="65405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540627" cy="6540500"/>
            </a:xfrm>
            <a:custGeom>
              <a:avLst/>
              <a:gdLst/>
              <a:ahLst/>
              <a:cxnLst/>
              <a:rect r="r" b="b" t="t" l="l"/>
              <a:pathLst>
                <a:path h="6540500" w="6540627">
                  <a:moveTo>
                    <a:pt x="171450" y="0"/>
                  </a:moveTo>
                  <a:cubicBezTo>
                    <a:pt x="148717" y="0"/>
                    <a:pt x="126873" y="4318"/>
                    <a:pt x="105791" y="13081"/>
                  </a:cubicBezTo>
                  <a:cubicBezTo>
                    <a:pt x="84709" y="21844"/>
                    <a:pt x="66294" y="34163"/>
                    <a:pt x="50165" y="50165"/>
                  </a:cubicBezTo>
                  <a:cubicBezTo>
                    <a:pt x="34036" y="66167"/>
                    <a:pt x="21717" y="84836"/>
                    <a:pt x="13081" y="105791"/>
                  </a:cubicBezTo>
                  <a:cubicBezTo>
                    <a:pt x="4445" y="126746"/>
                    <a:pt x="0" y="148717"/>
                    <a:pt x="0" y="171450"/>
                  </a:cubicBezTo>
                  <a:lnTo>
                    <a:pt x="0" y="6369050"/>
                  </a:lnTo>
                  <a:cubicBezTo>
                    <a:pt x="0" y="6391783"/>
                    <a:pt x="4318" y="6413627"/>
                    <a:pt x="13081" y="6434709"/>
                  </a:cubicBezTo>
                  <a:cubicBezTo>
                    <a:pt x="21844" y="6455791"/>
                    <a:pt x="34163" y="6474206"/>
                    <a:pt x="50292" y="6490335"/>
                  </a:cubicBezTo>
                  <a:cubicBezTo>
                    <a:pt x="66421" y="6506464"/>
                    <a:pt x="84963" y="6518783"/>
                    <a:pt x="105918" y="6527546"/>
                  </a:cubicBezTo>
                  <a:cubicBezTo>
                    <a:pt x="126873" y="6536309"/>
                    <a:pt x="148717" y="6540500"/>
                    <a:pt x="171450" y="6540500"/>
                  </a:cubicBezTo>
                  <a:lnTo>
                    <a:pt x="6369050" y="6540500"/>
                  </a:lnTo>
                  <a:cubicBezTo>
                    <a:pt x="6391783" y="6540500"/>
                    <a:pt x="6413627" y="6536182"/>
                    <a:pt x="6434709" y="6527419"/>
                  </a:cubicBezTo>
                  <a:cubicBezTo>
                    <a:pt x="6455791" y="6518656"/>
                    <a:pt x="6474206" y="6506337"/>
                    <a:pt x="6490335" y="6490208"/>
                  </a:cubicBezTo>
                  <a:cubicBezTo>
                    <a:pt x="6506464" y="6474079"/>
                    <a:pt x="6518783" y="6455537"/>
                    <a:pt x="6527546" y="6434582"/>
                  </a:cubicBezTo>
                  <a:cubicBezTo>
                    <a:pt x="6536309" y="6413627"/>
                    <a:pt x="6540627" y="6391656"/>
                    <a:pt x="6540627" y="6368923"/>
                  </a:cubicBezTo>
                  <a:lnTo>
                    <a:pt x="6540627" y="171450"/>
                  </a:lnTo>
                  <a:cubicBezTo>
                    <a:pt x="6540627" y="148717"/>
                    <a:pt x="6536309" y="126873"/>
                    <a:pt x="6527546" y="105791"/>
                  </a:cubicBezTo>
                  <a:cubicBezTo>
                    <a:pt x="6518783" y="84709"/>
                    <a:pt x="6506464" y="66294"/>
                    <a:pt x="6490335" y="50165"/>
                  </a:cubicBezTo>
                  <a:cubicBezTo>
                    <a:pt x="6474206" y="34036"/>
                    <a:pt x="6455664" y="21717"/>
                    <a:pt x="6434709" y="12954"/>
                  </a:cubicBezTo>
                  <a:cubicBezTo>
                    <a:pt x="6413754" y="4191"/>
                    <a:pt x="6391783" y="0"/>
                    <a:pt x="6369050" y="0"/>
                  </a:cubicBezTo>
                  <a:close/>
                </a:path>
              </a:pathLst>
            </a:custGeom>
            <a:blipFill>
              <a:blip r:embed="rId2"/>
              <a:stretch>
                <a:fillRect l="0" t="0" r="1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3112905" y="8098509"/>
            <a:ext cx="307244" cy="263320"/>
            <a:chOff x="0" y="0"/>
            <a:chExt cx="257175" cy="22040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57177" cy="220218"/>
            </a:xfrm>
            <a:custGeom>
              <a:avLst/>
              <a:gdLst/>
              <a:ahLst/>
              <a:cxnLst/>
              <a:rect r="r" b="b" t="t" l="l"/>
              <a:pathLst>
                <a:path h="220218" w="257177">
                  <a:moveTo>
                    <a:pt x="254510" y="116713"/>
                  </a:moveTo>
                  <a:cubicBezTo>
                    <a:pt x="258066" y="113157"/>
                    <a:pt x="258066" y="107315"/>
                    <a:pt x="254510" y="103759"/>
                  </a:cubicBezTo>
                  <a:lnTo>
                    <a:pt x="153417" y="2667"/>
                  </a:lnTo>
                  <a:cubicBezTo>
                    <a:pt x="149861" y="-889"/>
                    <a:pt x="144019" y="-889"/>
                    <a:pt x="140463" y="2667"/>
                  </a:cubicBezTo>
                  <a:cubicBezTo>
                    <a:pt x="136907" y="6223"/>
                    <a:pt x="136907" y="12065"/>
                    <a:pt x="140463" y="15621"/>
                  </a:cubicBezTo>
                  <a:lnTo>
                    <a:pt x="225807" y="100965"/>
                  </a:lnTo>
                  <a:lnTo>
                    <a:pt x="9144" y="100965"/>
                  </a:lnTo>
                  <a:cubicBezTo>
                    <a:pt x="4064" y="100965"/>
                    <a:pt x="0" y="105029"/>
                    <a:pt x="0" y="110109"/>
                  </a:cubicBezTo>
                  <a:cubicBezTo>
                    <a:pt x="0" y="115189"/>
                    <a:pt x="4191" y="119253"/>
                    <a:pt x="9144" y="119253"/>
                  </a:cubicBezTo>
                  <a:lnTo>
                    <a:pt x="225807" y="119253"/>
                  </a:lnTo>
                  <a:lnTo>
                    <a:pt x="140463" y="204597"/>
                  </a:lnTo>
                  <a:cubicBezTo>
                    <a:pt x="136907" y="208153"/>
                    <a:pt x="136907" y="213995"/>
                    <a:pt x="140463" y="217551"/>
                  </a:cubicBezTo>
                  <a:cubicBezTo>
                    <a:pt x="144019" y="221107"/>
                    <a:pt x="149861" y="221107"/>
                    <a:pt x="153417" y="217551"/>
                  </a:cubicBezTo>
                  <a:lnTo>
                    <a:pt x="254510" y="116459"/>
                  </a:lnTo>
                </a:path>
              </a:pathLst>
            </a:custGeom>
            <a:solidFill>
              <a:srgbClr val="1E3063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3112905" y="9134037"/>
            <a:ext cx="307244" cy="263309"/>
            <a:chOff x="0" y="0"/>
            <a:chExt cx="257175" cy="22040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57177" cy="220224"/>
            </a:xfrm>
            <a:custGeom>
              <a:avLst/>
              <a:gdLst/>
              <a:ahLst/>
              <a:cxnLst/>
              <a:rect r="r" b="b" t="t" l="l"/>
              <a:pathLst>
                <a:path h="220224" w="257177">
                  <a:moveTo>
                    <a:pt x="254510" y="116716"/>
                  </a:moveTo>
                  <a:cubicBezTo>
                    <a:pt x="258066" y="113160"/>
                    <a:pt x="258066" y="107318"/>
                    <a:pt x="254510" y="103762"/>
                  </a:cubicBezTo>
                  <a:lnTo>
                    <a:pt x="153417" y="2667"/>
                  </a:lnTo>
                  <a:cubicBezTo>
                    <a:pt x="149861" y="-889"/>
                    <a:pt x="144019" y="-889"/>
                    <a:pt x="140463" y="2667"/>
                  </a:cubicBezTo>
                  <a:cubicBezTo>
                    <a:pt x="136907" y="6223"/>
                    <a:pt x="136907" y="12065"/>
                    <a:pt x="140463" y="15621"/>
                  </a:cubicBezTo>
                  <a:lnTo>
                    <a:pt x="225807" y="100968"/>
                  </a:lnTo>
                  <a:lnTo>
                    <a:pt x="9144" y="100968"/>
                  </a:lnTo>
                  <a:cubicBezTo>
                    <a:pt x="4064" y="100968"/>
                    <a:pt x="0" y="105159"/>
                    <a:pt x="0" y="110112"/>
                  </a:cubicBezTo>
                  <a:cubicBezTo>
                    <a:pt x="0" y="115065"/>
                    <a:pt x="4191" y="119256"/>
                    <a:pt x="9144" y="119256"/>
                  </a:cubicBezTo>
                  <a:lnTo>
                    <a:pt x="225807" y="119256"/>
                  </a:lnTo>
                  <a:lnTo>
                    <a:pt x="140463" y="204602"/>
                  </a:lnTo>
                  <a:cubicBezTo>
                    <a:pt x="136907" y="208158"/>
                    <a:pt x="136907" y="214000"/>
                    <a:pt x="140463" y="217557"/>
                  </a:cubicBezTo>
                  <a:cubicBezTo>
                    <a:pt x="144019" y="221113"/>
                    <a:pt x="149861" y="221113"/>
                    <a:pt x="153417" y="217557"/>
                  </a:cubicBezTo>
                  <a:lnTo>
                    <a:pt x="254510" y="116462"/>
                  </a:lnTo>
                </a:path>
              </a:pathLst>
            </a:custGeom>
            <a:solidFill>
              <a:srgbClr val="1E3063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9348830" y="8098509"/>
            <a:ext cx="307244" cy="263320"/>
            <a:chOff x="0" y="0"/>
            <a:chExt cx="257175" cy="22040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57175" cy="220218"/>
            </a:xfrm>
            <a:custGeom>
              <a:avLst/>
              <a:gdLst/>
              <a:ahLst/>
              <a:cxnLst/>
              <a:rect r="r" b="b" t="t" l="l"/>
              <a:pathLst>
                <a:path h="220218" w="257175">
                  <a:moveTo>
                    <a:pt x="254508" y="116713"/>
                  </a:moveTo>
                  <a:cubicBezTo>
                    <a:pt x="258064" y="113157"/>
                    <a:pt x="258064" y="107315"/>
                    <a:pt x="254508" y="103759"/>
                  </a:cubicBezTo>
                  <a:lnTo>
                    <a:pt x="153416" y="2667"/>
                  </a:lnTo>
                  <a:cubicBezTo>
                    <a:pt x="149860" y="-889"/>
                    <a:pt x="144018" y="-889"/>
                    <a:pt x="140462" y="2667"/>
                  </a:cubicBezTo>
                  <a:cubicBezTo>
                    <a:pt x="136906" y="6223"/>
                    <a:pt x="136906" y="12065"/>
                    <a:pt x="140462" y="15621"/>
                  </a:cubicBezTo>
                  <a:lnTo>
                    <a:pt x="225806" y="100965"/>
                  </a:lnTo>
                  <a:lnTo>
                    <a:pt x="9144" y="100965"/>
                  </a:lnTo>
                  <a:cubicBezTo>
                    <a:pt x="4064" y="100965"/>
                    <a:pt x="0" y="105029"/>
                    <a:pt x="0" y="110109"/>
                  </a:cubicBezTo>
                  <a:cubicBezTo>
                    <a:pt x="0" y="115189"/>
                    <a:pt x="4191" y="119253"/>
                    <a:pt x="9144" y="119253"/>
                  </a:cubicBezTo>
                  <a:lnTo>
                    <a:pt x="225806" y="119253"/>
                  </a:lnTo>
                  <a:lnTo>
                    <a:pt x="140462" y="204597"/>
                  </a:lnTo>
                  <a:cubicBezTo>
                    <a:pt x="136906" y="208153"/>
                    <a:pt x="136906" y="213995"/>
                    <a:pt x="140462" y="217551"/>
                  </a:cubicBezTo>
                  <a:cubicBezTo>
                    <a:pt x="144018" y="221107"/>
                    <a:pt x="149860" y="221107"/>
                    <a:pt x="153416" y="217551"/>
                  </a:cubicBezTo>
                  <a:lnTo>
                    <a:pt x="254508" y="116459"/>
                  </a:lnTo>
                </a:path>
              </a:pathLst>
            </a:custGeom>
            <a:solidFill>
              <a:srgbClr val="1E3063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9348830" y="9134037"/>
            <a:ext cx="307244" cy="263309"/>
            <a:chOff x="0" y="0"/>
            <a:chExt cx="257175" cy="22040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57175" cy="220224"/>
            </a:xfrm>
            <a:custGeom>
              <a:avLst/>
              <a:gdLst/>
              <a:ahLst/>
              <a:cxnLst/>
              <a:rect r="r" b="b" t="t" l="l"/>
              <a:pathLst>
                <a:path h="220224" w="257175">
                  <a:moveTo>
                    <a:pt x="254508" y="116716"/>
                  </a:moveTo>
                  <a:cubicBezTo>
                    <a:pt x="258064" y="113160"/>
                    <a:pt x="258064" y="107318"/>
                    <a:pt x="254508" y="103762"/>
                  </a:cubicBezTo>
                  <a:lnTo>
                    <a:pt x="153416" y="2667"/>
                  </a:lnTo>
                  <a:cubicBezTo>
                    <a:pt x="149860" y="-889"/>
                    <a:pt x="144018" y="-889"/>
                    <a:pt x="140462" y="2667"/>
                  </a:cubicBezTo>
                  <a:cubicBezTo>
                    <a:pt x="136906" y="6223"/>
                    <a:pt x="136906" y="12065"/>
                    <a:pt x="140462" y="15621"/>
                  </a:cubicBezTo>
                  <a:lnTo>
                    <a:pt x="225806" y="100968"/>
                  </a:lnTo>
                  <a:lnTo>
                    <a:pt x="9144" y="100968"/>
                  </a:lnTo>
                  <a:cubicBezTo>
                    <a:pt x="4064" y="100968"/>
                    <a:pt x="0" y="105159"/>
                    <a:pt x="0" y="110112"/>
                  </a:cubicBezTo>
                  <a:cubicBezTo>
                    <a:pt x="0" y="115065"/>
                    <a:pt x="4191" y="119256"/>
                    <a:pt x="9144" y="119256"/>
                  </a:cubicBezTo>
                  <a:lnTo>
                    <a:pt x="225806" y="119256"/>
                  </a:lnTo>
                  <a:lnTo>
                    <a:pt x="140462" y="204602"/>
                  </a:lnTo>
                  <a:cubicBezTo>
                    <a:pt x="136906" y="208158"/>
                    <a:pt x="136906" y="214000"/>
                    <a:pt x="140462" y="217557"/>
                  </a:cubicBezTo>
                  <a:cubicBezTo>
                    <a:pt x="144018" y="221113"/>
                    <a:pt x="149860" y="221113"/>
                    <a:pt x="153416" y="217557"/>
                  </a:cubicBezTo>
                  <a:lnTo>
                    <a:pt x="254508" y="116462"/>
                  </a:lnTo>
                </a:path>
              </a:pathLst>
            </a:custGeom>
            <a:solidFill>
              <a:srgbClr val="1E3063"/>
            </a:solid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3033249" y="533054"/>
            <a:ext cx="5171593" cy="708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12"/>
              </a:lnSpc>
            </a:pPr>
            <a:r>
              <a:rPr lang="en-US" sz="4151">
                <a:solidFill>
                  <a:srgbClr val="091C5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RAG for Knowledge Retrieval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405192" y="3696249"/>
            <a:ext cx="6010658" cy="16463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62"/>
              </a:lnSpc>
            </a:pPr>
            <a:r>
              <a:rPr lang="en-US" sz="2493">
                <a:solidFill>
                  <a:srgbClr val="091C5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How RAG Works</a:t>
            </a:r>
          </a:p>
          <a:p>
            <a:pPr algn="l">
              <a:lnSpc>
                <a:spcPts val="3132"/>
              </a:lnSpc>
            </a:pPr>
            <a:r>
              <a:rPr lang="en-US" sz="1971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Retrieval-Augmented Generation (RAG) stores FAQs in a vector database (Chroma DB), converts text into embeddings, and retrieves the most relevant answers based on the user's query.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698945" y="8082986"/>
            <a:ext cx="3104687" cy="319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9"/>
              </a:lnSpc>
            </a:pPr>
            <a:r>
              <a:rPr lang="en-US" sz="1971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FAQs stored as vectors in Chroma DB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698945" y="9118514"/>
            <a:ext cx="3927798" cy="319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9"/>
              </a:lnSpc>
            </a:pPr>
            <a:r>
              <a:rPr lang="en-US" sz="1971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Relevant answers retrieved by query similarity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937726" y="8082986"/>
            <a:ext cx="3525132" cy="319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9"/>
              </a:lnSpc>
            </a:pPr>
            <a:r>
              <a:rPr lang="en-US" sz="1971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Text converted into semantic embeddings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937726" y="9118514"/>
            <a:ext cx="3629444" cy="319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9"/>
              </a:lnSpc>
            </a:pPr>
            <a:r>
              <a:rPr lang="en-US" sz="1971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Ensures accurate, context-aware responses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60697" y="-89931"/>
            <a:ext cx="16366593" cy="10458431"/>
            <a:chOff x="0" y="0"/>
            <a:chExt cx="11557000" cy="73850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63500" y="63500"/>
              <a:ext cx="11430000" cy="7258050"/>
            </a:xfrm>
            <a:custGeom>
              <a:avLst/>
              <a:gdLst/>
              <a:ahLst/>
              <a:cxnLst/>
              <a:rect r="r" b="b" t="t" l="l"/>
              <a:pathLst>
                <a:path h="7258050" w="11430000">
                  <a:moveTo>
                    <a:pt x="0" y="7258050"/>
                  </a:moveTo>
                  <a:lnTo>
                    <a:pt x="11430000" y="7258050"/>
                  </a:lnTo>
                  <a:lnTo>
                    <a:pt x="11430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5F5F6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3500" y="63754"/>
              <a:ext cx="11430000" cy="7257796"/>
            </a:xfrm>
            <a:custGeom>
              <a:avLst/>
              <a:gdLst/>
              <a:ahLst/>
              <a:cxnLst/>
              <a:rect r="r" b="b" t="t" l="l"/>
              <a:pathLst>
                <a:path h="7257796" w="11430000">
                  <a:moveTo>
                    <a:pt x="0" y="0"/>
                  </a:moveTo>
                  <a:lnTo>
                    <a:pt x="0" y="7257796"/>
                  </a:lnTo>
                  <a:lnTo>
                    <a:pt x="11430000" y="7257796"/>
                  </a:lnTo>
                  <a:lnTo>
                    <a:pt x="11430000" y="0"/>
                  </a:lnTo>
                  <a:close/>
                </a:path>
              </a:pathLst>
            </a:custGeom>
            <a:solidFill>
              <a:srgbClr val="DEEEFF"/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63500" y="63500"/>
              <a:ext cx="11430000" cy="7258050"/>
            </a:xfrm>
            <a:custGeom>
              <a:avLst/>
              <a:gdLst/>
              <a:ahLst/>
              <a:cxnLst/>
              <a:rect r="r" b="b" t="t" l="l"/>
              <a:pathLst>
                <a:path h="7258050" w="11430000">
                  <a:moveTo>
                    <a:pt x="0" y="7258050"/>
                  </a:moveTo>
                  <a:lnTo>
                    <a:pt x="11430000" y="7258050"/>
                  </a:lnTo>
                  <a:lnTo>
                    <a:pt x="11430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EEEFF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63500" y="63754"/>
              <a:ext cx="11430000" cy="7257796"/>
            </a:xfrm>
            <a:custGeom>
              <a:avLst/>
              <a:gdLst/>
              <a:ahLst/>
              <a:cxnLst/>
              <a:rect r="r" b="b" t="t" l="l"/>
              <a:pathLst>
                <a:path h="7257796" w="11430000">
                  <a:moveTo>
                    <a:pt x="0" y="0"/>
                  </a:moveTo>
                  <a:lnTo>
                    <a:pt x="0" y="7257796"/>
                  </a:lnTo>
                  <a:lnTo>
                    <a:pt x="11430000" y="7257796"/>
                  </a:lnTo>
                  <a:lnTo>
                    <a:pt x="114300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1167343" y="364"/>
            <a:ext cx="6070029" cy="10278219"/>
            <a:chOff x="0" y="0"/>
            <a:chExt cx="5715000" cy="967705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715000" cy="9677019"/>
            </a:xfrm>
            <a:custGeom>
              <a:avLst/>
              <a:gdLst/>
              <a:ahLst/>
              <a:cxnLst/>
              <a:rect r="r" b="b" t="t" l="l"/>
              <a:pathLst>
                <a:path h="9677019" w="5715000">
                  <a:moveTo>
                    <a:pt x="0" y="0"/>
                  </a:moveTo>
                  <a:lnTo>
                    <a:pt x="5715000" y="0"/>
                  </a:lnTo>
                  <a:lnTo>
                    <a:pt x="5715000" y="9677019"/>
                  </a:lnTo>
                  <a:lnTo>
                    <a:pt x="0" y="96770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59" t="-3" r="-58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810501" y="2459481"/>
            <a:ext cx="4267001" cy="2945084"/>
            <a:chOff x="0" y="0"/>
            <a:chExt cx="3013075" cy="207962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63500" y="63500"/>
              <a:ext cx="2885948" cy="1952752"/>
            </a:xfrm>
            <a:custGeom>
              <a:avLst/>
              <a:gdLst/>
              <a:ahLst/>
              <a:cxnLst/>
              <a:rect r="r" b="b" t="t" l="l"/>
              <a:pathLst>
                <a:path h="1952752" w="2885948">
                  <a:moveTo>
                    <a:pt x="0" y="1823974"/>
                  </a:moveTo>
                  <a:lnTo>
                    <a:pt x="0" y="128524"/>
                  </a:lnTo>
                  <a:cubicBezTo>
                    <a:pt x="0" y="120015"/>
                    <a:pt x="762" y="111760"/>
                    <a:pt x="2413" y="103378"/>
                  </a:cubicBezTo>
                  <a:cubicBezTo>
                    <a:pt x="4064" y="94996"/>
                    <a:pt x="6477" y="87122"/>
                    <a:pt x="9779" y="79248"/>
                  </a:cubicBezTo>
                  <a:cubicBezTo>
                    <a:pt x="13081" y="71374"/>
                    <a:pt x="17018" y="64008"/>
                    <a:pt x="21717" y="57023"/>
                  </a:cubicBezTo>
                  <a:cubicBezTo>
                    <a:pt x="26416" y="50038"/>
                    <a:pt x="31750" y="43561"/>
                    <a:pt x="37719" y="37592"/>
                  </a:cubicBezTo>
                  <a:cubicBezTo>
                    <a:pt x="43688" y="31623"/>
                    <a:pt x="50165" y="26289"/>
                    <a:pt x="57150" y="21590"/>
                  </a:cubicBezTo>
                  <a:cubicBezTo>
                    <a:pt x="64135" y="16891"/>
                    <a:pt x="71628" y="12954"/>
                    <a:pt x="79375" y="9779"/>
                  </a:cubicBezTo>
                  <a:cubicBezTo>
                    <a:pt x="87122" y="6604"/>
                    <a:pt x="95250" y="4064"/>
                    <a:pt x="103505" y="2413"/>
                  </a:cubicBezTo>
                  <a:cubicBezTo>
                    <a:pt x="111760" y="762"/>
                    <a:pt x="120142" y="0"/>
                    <a:pt x="128524" y="0"/>
                  </a:cubicBezTo>
                  <a:lnTo>
                    <a:pt x="2757424" y="0"/>
                  </a:lnTo>
                  <a:cubicBezTo>
                    <a:pt x="2765933" y="0"/>
                    <a:pt x="2774188" y="889"/>
                    <a:pt x="2782570" y="2540"/>
                  </a:cubicBezTo>
                  <a:cubicBezTo>
                    <a:pt x="2790952" y="4191"/>
                    <a:pt x="2798953" y="6604"/>
                    <a:pt x="2806700" y="9906"/>
                  </a:cubicBezTo>
                  <a:cubicBezTo>
                    <a:pt x="2814447" y="13208"/>
                    <a:pt x="2821940" y="17145"/>
                    <a:pt x="2828925" y="21717"/>
                  </a:cubicBezTo>
                  <a:cubicBezTo>
                    <a:pt x="2835910" y="26289"/>
                    <a:pt x="2842387" y="31750"/>
                    <a:pt x="2848356" y="37719"/>
                  </a:cubicBezTo>
                  <a:cubicBezTo>
                    <a:pt x="2854325" y="43688"/>
                    <a:pt x="2859659" y="50165"/>
                    <a:pt x="2864358" y="57150"/>
                  </a:cubicBezTo>
                  <a:cubicBezTo>
                    <a:pt x="2869057" y="64135"/>
                    <a:pt x="2872994" y="71628"/>
                    <a:pt x="2876169" y="79375"/>
                  </a:cubicBezTo>
                  <a:cubicBezTo>
                    <a:pt x="2879344" y="87122"/>
                    <a:pt x="2881884" y="95250"/>
                    <a:pt x="2883535" y="103505"/>
                  </a:cubicBezTo>
                  <a:cubicBezTo>
                    <a:pt x="2885186" y="111760"/>
                    <a:pt x="2885948" y="120142"/>
                    <a:pt x="2885948" y="128651"/>
                  </a:cubicBezTo>
                  <a:lnTo>
                    <a:pt x="2885948" y="1824101"/>
                  </a:lnTo>
                  <a:cubicBezTo>
                    <a:pt x="2885948" y="1832610"/>
                    <a:pt x="2885186" y="1840865"/>
                    <a:pt x="2883535" y="1849247"/>
                  </a:cubicBezTo>
                  <a:cubicBezTo>
                    <a:pt x="2881884" y="1857629"/>
                    <a:pt x="2879471" y="1865630"/>
                    <a:pt x="2876169" y="1873377"/>
                  </a:cubicBezTo>
                  <a:cubicBezTo>
                    <a:pt x="2872867" y="1881124"/>
                    <a:pt x="2868930" y="1888617"/>
                    <a:pt x="2864358" y="1895602"/>
                  </a:cubicBezTo>
                  <a:cubicBezTo>
                    <a:pt x="2859786" y="1902587"/>
                    <a:pt x="2854325" y="1909191"/>
                    <a:pt x="2848356" y="1915033"/>
                  </a:cubicBezTo>
                  <a:cubicBezTo>
                    <a:pt x="2842387" y="1920875"/>
                    <a:pt x="2835910" y="1926336"/>
                    <a:pt x="2828925" y="1931035"/>
                  </a:cubicBezTo>
                  <a:cubicBezTo>
                    <a:pt x="2821940" y="1935734"/>
                    <a:pt x="2814447" y="1939671"/>
                    <a:pt x="2806700" y="1942973"/>
                  </a:cubicBezTo>
                  <a:cubicBezTo>
                    <a:pt x="2798953" y="1946275"/>
                    <a:pt x="2790825" y="1948688"/>
                    <a:pt x="2782570" y="1950339"/>
                  </a:cubicBezTo>
                  <a:cubicBezTo>
                    <a:pt x="2774315" y="1951990"/>
                    <a:pt x="2765933" y="1952752"/>
                    <a:pt x="2757424" y="1952752"/>
                  </a:cubicBezTo>
                  <a:lnTo>
                    <a:pt x="128524" y="1952752"/>
                  </a:lnTo>
                  <a:cubicBezTo>
                    <a:pt x="120142" y="1952752"/>
                    <a:pt x="111760" y="1951863"/>
                    <a:pt x="103378" y="1950339"/>
                  </a:cubicBezTo>
                  <a:cubicBezTo>
                    <a:pt x="94996" y="1948815"/>
                    <a:pt x="86995" y="1946275"/>
                    <a:pt x="79248" y="1942973"/>
                  </a:cubicBezTo>
                  <a:cubicBezTo>
                    <a:pt x="71501" y="1939671"/>
                    <a:pt x="64008" y="1935734"/>
                    <a:pt x="57023" y="1931035"/>
                  </a:cubicBezTo>
                  <a:cubicBezTo>
                    <a:pt x="50038" y="1926336"/>
                    <a:pt x="43561" y="1921002"/>
                    <a:pt x="37592" y="1915033"/>
                  </a:cubicBezTo>
                  <a:cubicBezTo>
                    <a:pt x="31623" y="1909064"/>
                    <a:pt x="26289" y="1902587"/>
                    <a:pt x="21590" y="1895602"/>
                  </a:cubicBezTo>
                  <a:cubicBezTo>
                    <a:pt x="16891" y="1888617"/>
                    <a:pt x="12954" y="1881124"/>
                    <a:pt x="9652" y="1873377"/>
                  </a:cubicBezTo>
                  <a:cubicBezTo>
                    <a:pt x="6350" y="1865630"/>
                    <a:pt x="3937" y="1857502"/>
                    <a:pt x="2286" y="1849247"/>
                  </a:cubicBezTo>
                  <a:cubicBezTo>
                    <a:pt x="635" y="1840992"/>
                    <a:pt x="0" y="1832483"/>
                    <a:pt x="0" y="1823974"/>
                  </a:cubicBezTo>
                </a:path>
              </a:pathLst>
            </a:custGeom>
            <a:solidFill>
              <a:srgbClr val="CEE6FD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234950" y="235077"/>
              <a:ext cx="514096" cy="514223"/>
            </a:xfrm>
            <a:custGeom>
              <a:avLst/>
              <a:gdLst/>
              <a:ahLst/>
              <a:cxnLst/>
              <a:rect r="r" b="b" t="t" l="l"/>
              <a:pathLst>
                <a:path h="514223" w="514096">
                  <a:moveTo>
                    <a:pt x="0" y="257048"/>
                  </a:moveTo>
                  <a:cubicBezTo>
                    <a:pt x="0" y="248666"/>
                    <a:pt x="381" y="240284"/>
                    <a:pt x="1270" y="231902"/>
                  </a:cubicBezTo>
                  <a:cubicBezTo>
                    <a:pt x="2159" y="223520"/>
                    <a:pt x="3302" y="215138"/>
                    <a:pt x="4953" y="206883"/>
                  </a:cubicBezTo>
                  <a:cubicBezTo>
                    <a:pt x="6604" y="198628"/>
                    <a:pt x="8636" y="190500"/>
                    <a:pt x="11049" y="182372"/>
                  </a:cubicBezTo>
                  <a:cubicBezTo>
                    <a:pt x="13462" y="174244"/>
                    <a:pt x="16383" y="166370"/>
                    <a:pt x="19558" y="158623"/>
                  </a:cubicBezTo>
                  <a:cubicBezTo>
                    <a:pt x="22733" y="150876"/>
                    <a:pt x="26416" y="143256"/>
                    <a:pt x="30353" y="135763"/>
                  </a:cubicBezTo>
                  <a:cubicBezTo>
                    <a:pt x="34290" y="128270"/>
                    <a:pt x="38608" y="121158"/>
                    <a:pt x="43307" y="114173"/>
                  </a:cubicBezTo>
                  <a:cubicBezTo>
                    <a:pt x="48006" y="107188"/>
                    <a:pt x="52959" y="100457"/>
                    <a:pt x="58293" y="93853"/>
                  </a:cubicBezTo>
                  <a:cubicBezTo>
                    <a:pt x="63627" y="87249"/>
                    <a:pt x="69342" y="81153"/>
                    <a:pt x="75184" y="75184"/>
                  </a:cubicBezTo>
                  <a:cubicBezTo>
                    <a:pt x="81026" y="69215"/>
                    <a:pt x="87376" y="63627"/>
                    <a:pt x="93853" y="58293"/>
                  </a:cubicBezTo>
                  <a:cubicBezTo>
                    <a:pt x="100330" y="52959"/>
                    <a:pt x="107061" y="47879"/>
                    <a:pt x="114173" y="43307"/>
                  </a:cubicBezTo>
                  <a:cubicBezTo>
                    <a:pt x="121285" y="38735"/>
                    <a:pt x="128397" y="34290"/>
                    <a:pt x="135763" y="30353"/>
                  </a:cubicBezTo>
                  <a:cubicBezTo>
                    <a:pt x="143129" y="26416"/>
                    <a:pt x="150749" y="22733"/>
                    <a:pt x="158623" y="19558"/>
                  </a:cubicBezTo>
                  <a:cubicBezTo>
                    <a:pt x="166497" y="16383"/>
                    <a:pt x="174371" y="13462"/>
                    <a:pt x="182372" y="11049"/>
                  </a:cubicBezTo>
                  <a:cubicBezTo>
                    <a:pt x="190373" y="8636"/>
                    <a:pt x="198628" y="6604"/>
                    <a:pt x="206883" y="4953"/>
                  </a:cubicBezTo>
                  <a:cubicBezTo>
                    <a:pt x="215138" y="3302"/>
                    <a:pt x="223520" y="2032"/>
                    <a:pt x="231902" y="1270"/>
                  </a:cubicBezTo>
                  <a:cubicBezTo>
                    <a:pt x="240284" y="508"/>
                    <a:pt x="248666" y="0"/>
                    <a:pt x="257048" y="0"/>
                  </a:cubicBezTo>
                  <a:cubicBezTo>
                    <a:pt x="265430" y="0"/>
                    <a:pt x="273939" y="381"/>
                    <a:pt x="282194" y="1270"/>
                  </a:cubicBezTo>
                  <a:cubicBezTo>
                    <a:pt x="290449" y="2159"/>
                    <a:pt x="298958" y="3302"/>
                    <a:pt x="307213" y="4953"/>
                  </a:cubicBezTo>
                  <a:cubicBezTo>
                    <a:pt x="315468" y="6604"/>
                    <a:pt x="323596" y="8636"/>
                    <a:pt x="331724" y="11049"/>
                  </a:cubicBezTo>
                  <a:cubicBezTo>
                    <a:pt x="339852" y="13462"/>
                    <a:pt x="347726" y="16383"/>
                    <a:pt x="355473" y="19558"/>
                  </a:cubicBezTo>
                  <a:cubicBezTo>
                    <a:pt x="363220" y="22733"/>
                    <a:pt x="370840" y="26416"/>
                    <a:pt x="378333" y="30353"/>
                  </a:cubicBezTo>
                  <a:cubicBezTo>
                    <a:pt x="385826" y="34290"/>
                    <a:pt x="392938" y="38608"/>
                    <a:pt x="399923" y="43307"/>
                  </a:cubicBezTo>
                  <a:cubicBezTo>
                    <a:pt x="406908" y="48006"/>
                    <a:pt x="413639" y="52959"/>
                    <a:pt x="420243" y="58293"/>
                  </a:cubicBezTo>
                  <a:cubicBezTo>
                    <a:pt x="426847" y="63627"/>
                    <a:pt x="432943" y="69215"/>
                    <a:pt x="438912" y="75184"/>
                  </a:cubicBezTo>
                  <a:cubicBezTo>
                    <a:pt x="444881" y="81153"/>
                    <a:pt x="450469" y="87376"/>
                    <a:pt x="455803" y="93853"/>
                  </a:cubicBezTo>
                  <a:cubicBezTo>
                    <a:pt x="461137" y="100330"/>
                    <a:pt x="466217" y="107061"/>
                    <a:pt x="470789" y="114173"/>
                  </a:cubicBezTo>
                  <a:cubicBezTo>
                    <a:pt x="475361" y="121285"/>
                    <a:pt x="479806" y="128397"/>
                    <a:pt x="483743" y="135763"/>
                  </a:cubicBezTo>
                  <a:cubicBezTo>
                    <a:pt x="487680" y="143129"/>
                    <a:pt x="491363" y="150749"/>
                    <a:pt x="494538" y="158623"/>
                  </a:cubicBezTo>
                  <a:cubicBezTo>
                    <a:pt x="497713" y="166497"/>
                    <a:pt x="500634" y="174371"/>
                    <a:pt x="503047" y="182372"/>
                  </a:cubicBezTo>
                  <a:cubicBezTo>
                    <a:pt x="505460" y="190373"/>
                    <a:pt x="507492" y="198628"/>
                    <a:pt x="509143" y="206883"/>
                  </a:cubicBezTo>
                  <a:cubicBezTo>
                    <a:pt x="510794" y="215138"/>
                    <a:pt x="512064" y="223520"/>
                    <a:pt x="512826" y="231902"/>
                  </a:cubicBezTo>
                  <a:cubicBezTo>
                    <a:pt x="513588" y="240284"/>
                    <a:pt x="514096" y="248666"/>
                    <a:pt x="514096" y="257048"/>
                  </a:cubicBezTo>
                  <a:cubicBezTo>
                    <a:pt x="514096" y="265430"/>
                    <a:pt x="513715" y="273939"/>
                    <a:pt x="512826" y="282194"/>
                  </a:cubicBezTo>
                  <a:cubicBezTo>
                    <a:pt x="511937" y="290449"/>
                    <a:pt x="510794" y="298958"/>
                    <a:pt x="509143" y="307213"/>
                  </a:cubicBezTo>
                  <a:cubicBezTo>
                    <a:pt x="507492" y="315468"/>
                    <a:pt x="505460" y="323596"/>
                    <a:pt x="503047" y="331724"/>
                  </a:cubicBezTo>
                  <a:cubicBezTo>
                    <a:pt x="500634" y="339852"/>
                    <a:pt x="497713" y="347726"/>
                    <a:pt x="494538" y="355473"/>
                  </a:cubicBezTo>
                  <a:cubicBezTo>
                    <a:pt x="491363" y="363220"/>
                    <a:pt x="487680" y="370840"/>
                    <a:pt x="483743" y="378333"/>
                  </a:cubicBezTo>
                  <a:cubicBezTo>
                    <a:pt x="479806" y="385826"/>
                    <a:pt x="475488" y="392938"/>
                    <a:pt x="470789" y="399923"/>
                  </a:cubicBezTo>
                  <a:cubicBezTo>
                    <a:pt x="466090" y="406908"/>
                    <a:pt x="461137" y="413639"/>
                    <a:pt x="455803" y="420243"/>
                  </a:cubicBezTo>
                  <a:cubicBezTo>
                    <a:pt x="450469" y="426847"/>
                    <a:pt x="444754" y="432943"/>
                    <a:pt x="438912" y="438912"/>
                  </a:cubicBezTo>
                  <a:cubicBezTo>
                    <a:pt x="433070" y="444881"/>
                    <a:pt x="426720" y="450469"/>
                    <a:pt x="420243" y="455930"/>
                  </a:cubicBezTo>
                  <a:cubicBezTo>
                    <a:pt x="413766" y="461391"/>
                    <a:pt x="407035" y="466217"/>
                    <a:pt x="399923" y="470916"/>
                  </a:cubicBezTo>
                  <a:cubicBezTo>
                    <a:pt x="392811" y="475615"/>
                    <a:pt x="385699" y="479933"/>
                    <a:pt x="378333" y="483870"/>
                  </a:cubicBezTo>
                  <a:cubicBezTo>
                    <a:pt x="370967" y="487807"/>
                    <a:pt x="363347" y="491490"/>
                    <a:pt x="355473" y="494665"/>
                  </a:cubicBezTo>
                  <a:cubicBezTo>
                    <a:pt x="347599" y="497840"/>
                    <a:pt x="339725" y="500761"/>
                    <a:pt x="331724" y="503174"/>
                  </a:cubicBezTo>
                  <a:cubicBezTo>
                    <a:pt x="323723" y="505587"/>
                    <a:pt x="315468" y="507619"/>
                    <a:pt x="307213" y="509270"/>
                  </a:cubicBezTo>
                  <a:cubicBezTo>
                    <a:pt x="298958" y="510921"/>
                    <a:pt x="290576" y="512191"/>
                    <a:pt x="282194" y="512953"/>
                  </a:cubicBezTo>
                  <a:cubicBezTo>
                    <a:pt x="273812" y="513715"/>
                    <a:pt x="265430" y="514223"/>
                    <a:pt x="257048" y="514223"/>
                  </a:cubicBezTo>
                  <a:cubicBezTo>
                    <a:pt x="248666" y="514223"/>
                    <a:pt x="240284" y="513842"/>
                    <a:pt x="231902" y="512953"/>
                  </a:cubicBezTo>
                  <a:cubicBezTo>
                    <a:pt x="223520" y="512064"/>
                    <a:pt x="215138" y="510921"/>
                    <a:pt x="206883" y="509270"/>
                  </a:cubicBezTo>
                  <a:cubicBezTo>
                    <a:pt x="198628" y="507619"/>
                    <a:pt x="190500" y="505587"/>
                    <a:pt x="182372" y="503174"/>
                  </a:cubicBezTo>
                  <a:cubicBezTo>
                    <a:pt x="174244" y="500761"/>
                    <a:pt x="166370" y="497840"/>
                    <a:pt x="158623" y="494665"/>
                  </a:cubicBezTo>
                  <a:cubicBezTo>
                    <a:pt x="150876" y="491490"/>
                    <a:pt x="143256" y="487807"/>
                    <a:pt x="135763" y="483870"/>
                  </a:cubicBezTo>
                  <a:cubicBezTo>
                    <a:pt x="128270" y="479933"/>
                    <a:pt x="121158" y="475615"/>
                    <a:pt x="114173" y="470916"/>
                  </a:cubicBezTo>
                  <a:cubicBezTo>
                    <a:pt x="107188" y="466217"/>
                    <a:pt x="100457" y="461264"/>
                    <a:pt x="93853" y="455930"/>
                  </a:cubicBezTo>
                  <a:cubicBezTo>
                    <a:pt x="87249" y="450596"/>
                    <a:pt x="81153" y="444881"/>
                    <a:pt x="75184" y="438912"/>
                  </a:cubicBezTo>
                  <a:cubicBezTo>
                    <a:pt x="69215" y="432943"/>
                    <a:pt x="63627" y="426720"/>
                    <a:pt x="58293" y="420243"/>
                  </a:cubicBezTo>
                  <a:cubicBezTo>
                    <a:pt x="52959" y="413766"/>
                    <a:pt x="47879" y="406908"/>
                    <a:pt x="43307" y="399923"/>
                  </a:cubicBezTo>
                  <a:cubicBezTo>
                    <a:pt x="38735" y="392938"/>
                    <a:pt x="34290" y="385699"/>
                    <a:pt x="30353" y="378333"/>
                  </a:cubicBezTo>
                  <a:cubicBezTo>
                    <a:pt x="26416" y="370967"/>
                    <a:pt x="22733" y="363347"/>
                    <a:pt x="19558" y="355473"/>
                  </a:cubicBezTo>
                  <a:cubicBezTo>
                    <a:pt x="16383" y="347599"/>
                    <a:pt x="13462" y="339725"/>
                    <a:pt x="11049" y="331724"/>
                  </a:cubicBezTo>
                  <a:cubicBezTo>
                    <a:pt x="8636" y="323723"/>
                    <a:pt x="6604" y="315468"/>
                    <a:pt x="4953" y="307213"/>
                  </a:cubicBezTo>
                  <a:cubicBezTo>
                    <a:pt x="3302" y="298958"/>
                    <a:pt x="2032" y="290703"/>
                    <a:pt x="1270" y="282194"/>
                  </a:cubicBezTo>
                  <a:cubicBezTo>
                    <a:pt x="508" y="273685"/>
                    <a:pt x="0" y="265430"/>
                    <a:pt x="0" y="257048"/>
                  </a:cubicBezTo>
                </a:path>
              </a:pathLst>
            </a:custGeom>
            <a:solidFill>
              <a:srgbClr val="84C1FA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518114" y="523541"/>
              <a:ext cx="78739" cy="33781"/>
            </a:xfrm>
            <a:custGeom>
              <a:avLst/>
              <a:gdLst/>
              <a:ahLst/>
              <a:cxnLst/>
              <a:rect r="r" b="b" t="t" l="l"/>
              <a:pathLst>
                <a:path h="33781" w="78739">
                  <a:moveTo>
                    <a:pt x="76627" y="9224"/>
                  </a:moveTo>
                  <a:cubicBezTo>
                    <a:pt x="67737" y="15574"/>
                    <a:pt x="62530" y="18876"/>
                    <a:pt x="55799" y="22051"/>
                  </a:cubicBezTo>
                  <a:cubicBezTo>
                    <a:pt x="55672" y="22051"/>
                    <a:pt x="55545" y="22178"/>
                    <a:pt x="55418" y="22178"/>
                  </a:cubicBezTo>
                  <a:cubicBezTo>
                    <a:pt x="47544" y="25226"/>
                    <a:pt x="38400" y="28020"/>
                    <a:pt x="27986" y="30433"/>
                  </a:cubicBezTo>
                  <a:cubicBezTo>
                    <a:pt x="27859" y="30433"/>
                    <a:pt x="27732" y="30433"/>
                    <a:pt x="27732" y="30560"/>
                  </a:cubicBezTo>
                  <a:cubicBezTo>
                    <a:pt x="19985" y="31957"/>
                    <a:pt x="12619" y="32973"/>
                    <a:pt x="5761" y="33735"/>
                  </a:cubicBezTo>
                  <a:cubicBezTo>
                    <a:pt x="2967" y="34116"/>
                    <a:pt x="427" y="32084"/>
                    <a:pt x="46" y="29290"/>
                  </a:cubicBezTo>
                  <a:cubicBezTo>
                    <a:pt x="-335" y="26496"/>
                    <a:pt x="1697" y="23956"/>
                    <a:pt x="4491" y="23575"/>
                  </a:cubicBezTo>
                  <a:cubicBezTo>
                    <a:pt x="11222" y="22813"/>
                    <a:pt x="18334" y="21797"/>
                    <a:pt x="25954" y="20400"/>
                  </a:cubicBezTo>
                  <a:lnTo>
                    <a:pt x="26843" y="25480"/>
                  </a:lnTo>
                  <a:lnTo>
                    <a:pt x="25700" y="20527"/>
                  </a:lnTo>
                  <a:cubicBezTo>
                    <a:pt x="35733" y="18114"/>
                    <a:pt x="44369" y="15447"/>
                    <a:pt x="51862" y="12653"/>
                  </a:cubicBezTo>
                  <a:lnTo>
                    <a:pt x="53640" y="17479"/>
                  </a:lnTo>
                  <a:lnTo>
                    <a:pt x="51354" y="12907"/>
                  </a:lnTo>
                  <a:cubicBezTo>
                    <a:pt x="57323" y="9986"/>
                    <a:pt x="62022" y="7065"/>
                    <a:pt x="70658" y="969"/>
                  </a:cubicBezTo>
                  <a:cubicBezTo>
                    <a:pt x="72944" y="-682"/>
                    <a:pt x="76119" y="-174"/>
                    <a:pt x="77770" y="2112"/>
                  </a:cubicBezTo>
                  <a:cubicBezTo>
                    <a:pt x="79421" y="4398"/>
                    <a:pt x="78913" y="7573"/>
                    <a:pt x="76627" y="9224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498470" y="466751"/>
              <a:ext cx="98785" cy="36174"/>
            </a:xfrm>
            <a:custGeom>
              <a:avLst/>
              <a:gdLst/>
              <a:ahLst/>
              <a:cxnLst/>
              <a:rect r="r" b="b" t="t" l="l"/>
              <a:pathLst>
                <a:path h="36174" w="98785">
                  <a:moveTo>
                    <a:pt x="96652" y="9245"/>
                  </a:moveTo>
                  <a:cubicBezTo>
                    <a:pt x="87635" y="16357"/>
                    <a:pt x="84587" y="18389"/>
                    <a:pt x="81031" y="20421"/>
                  </a:cubicBezTo>
                  <a:cubicBezTo>
                    <a:pt x="80904" y="20421"/>
                    <a:pt x="80777" y="20548"/>
                    <a:pt x="80777" y="20548"/>
                  </a:cubicBezTo>
                  <a:cubicBezTo>
                    <a:pt x="76586" y="22580"/>
                    <a:pt x="72268" y="24358"/>
                    <a:pt x="66680" y="26390"/>
                  </a:cubicBezTo>
                  <a:cubicBezTo>
                    <a:pt x="66553" y="26390"/>
                    <a:pt x="66553" y="26390"/>
                    <a:pt x="66426" y="26517"/>
                  </a:cubicBezTo>
                  <a:cubicBezTo>
                    <a:pt x="61219" y="28168"/>
                    <a:pt x="49408" y="31089"/>
                    <a:pt x="42931" y="32359"/>
                  </a:cubicBezTo>
                  <a:cubicBezTo>
                    <a:pt x="42931" y="32359"/>
                    <a:pt x="42804" y="32359"/>
                    <a:pt x="42804" y="32359"/>
                  </a:cubicBezTo>
                  <a:cubicBezTo>
                    <a:pt x="35565" y="33502"/>
                    <a:pt x="22103" y="35026"/>
                    <a:pt x="11181" y="35915"/>
                  </a:cubicBezTo>
                  <a:cubicBezTo>
                    <a:pt x="11181" y="35915"/>
                    <a:pt x="11054" y="35915"/>
                    <a:pt x="11054" y="35915"/>
                  </a:cubicBezTo>
                  <a:lnTo>
                    <a:pt x="5339" y="36169"/>
                  </a:lnTo>
                  <a:cubicBezTo>
                    <a:pt x="2545" y="36296"/>
                    <a:pt x="132" y="34137"/>
                    <a:pt x="5" y="31216"/>
                  </a:cubicBezTo>
                  <a:cubicBezTo>
                    <a:pt x="-122" y="28295"/>
                    <a:pt x="2037" y="26009"/>
                    <a:pt x="4958" y="25882"/>
                  </a:cubicBezTo>
                  <a:lnTo>
                    <a:pt x="10673" y="25628"/>
                  </a:lnTo>
                  <a:lnTo>
                    <a:pt x="10927" y="30708"/>
                  </a:lnTo>
                  <a:lnTo>
                    <a:pt x="10546" y="25628"/>
                  </a:lnTo>
                  <a:cubicBezTo>
                    <a:pt x="21341" y="24866"/>
                    <a:pt x="34422" y="23342"/>
                    <a:pt x="41280" y="22199"/>
                  </a:cubicBezTo>
                  <a:lnTo>
                    <a:pt x="42042" y="27279"/>
                  </a:lnTo>
                  <a:lnTo>
                    <a:pt x="41026" y="22199"/>
                  </a:lnTo>
                  <a:cubicBezTo>
                    <a:pt x="47249" y="20929"/>
                    <a:pt x="58679" y="18135"/>
                    <a:pt x="63505" y="16611"/>
                  </a:cubicBezTo>
                  <a:lnTo>
                    <a:pt x="65029" y="21564"/>
                  </a:lnTo>
                  <a:lnTo>
                    <a:pt x="63251" y="16738"/>
                  </a:lnTo>
                  <a:cubicBezTo>
                    <a:pt x="68585" y="14833"/>
                    <a:pt x="72522" y="13055"/>
                    <a:pt x="76332" y="11277"/>
                  </a:cubicBezTo>
                  <a:lnTo>
                    <a:pt x="78618" y="15849"/>
                  </a:lnTo>
                  <a:lnTo>
                    <a:pt x="76078" y="11404"/>
                  </a:lnTo>
                  <a:cubicBezTo>
                    <a:pt x="78872" y="9753"/>
                    <a:pt x="81412" y="8102"/>
                    <a:pt x="90429" y="1117"/>
                  </a:cubicBezTo>
                  <a:cubicBezTo>
                    <a:pt x="92715" y="-661"/>
                    <a:pt x="95890" y="-280"/>
                    <a:pt x="97668" y="2006"/>
                  </a:cubicBezTo>
                  <a:cubicBezTo>
                    <a:pt x="99446" y="4292"/>
                    <a:pt x="99065" y="7467"/>
                    <a:pt x="96779" y="9245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423105" y="484582"/>
              <a:ext cx="63706" cy="18211"/>
            </a:xfrm>
            <a:custGeom>
              <a:avLst/>
              <a:gdLst/>
              <a:ahLst/>
              <a:cxnLst/>
              <a:rect r="r" b="b" t="t" l="l"/>
              <a:pathLst>
                <a:path h="18211" w="63706">
                  <a:moveTo>
                    <a:pt x="58352" y="18211"/>
                  </a:moveTo>
                  <a:cubicBezTo>
                    <a:pt x="42223" y="17068"/>
                    <a:pt x="28761" y="15417"/>
                    <a:pt x="15807" y="13131"/>
                  </a:cubicBezTo>
                  <a:cubicBezTo>
                    <a:pt x="15680" y="13131"/>
                    <a:pt x="15553" y="13131"/>
                    <a:pt x="15426" y="13004"/>
                  </a:cubicBezTo>
                  <a:lnTo>
                    <a:pt x="3869" y="10083"/>
                  </a:lnTo>
                  <a:cubicBezTo>
                    <a:pt x="1075" y="9321"/>
                    <a:pt x="-576" y="6527"/>
                    <a:pt x="186" y="3860"/>
                  </a:cubicBezTo>
                  <a:cubicBezTo>
                    <a:pt x="948" y="1193"/>
                    <a:pt x="3742" y="-585"/>
                    <a:pt x="6409" y="177"/>
                  </a:cubicBezTo>
                  <a:lnTo>
                    <a:pt x="17966" y="3098"/>
                  </a:lnTo>
                  <a:lnTo>
                    <a:pt x="16696" y="8051"/>
                  </a:lnTo>
                  <a:lnTo>
                    <a:pt x="17585" y="2971"/>
                  </a:lnTo>
                  <a:cubicBezTo>
                    <a:pt x="30031" y="5257"/>
                    <a:pt x="43239" y="6781"/>
                    <a:pt x="58987" y="7924"/>
                  </a:cubicBezTo>
                  <a:cubicBezTo>
                    <a:pt x="61781" y="8178"/>
                    <a:pt x="63940" y="10591"/>
                    <a:pt x="63686" y="13385"/>
                  </a:cubicBezTo>
                  <a:cubicBezTo>
                    <a:pt x="63432" y="16179"/>
                    <a:pt x="61019" y="18338"/>
                    <a:pt x="58225" y="18084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512043" y="564764"/>
              <a:ext cx="85619" cy="48540"/>
            </a:xfrm>
            <a:custGeom>
              <a:avLst/>
              <a:gdLst/>
              <a:ahLst/>
              <a:cxnLst/>
              <a:rect r="r" b="b" t="t" l="l"/>
              <a:pathLst>
                <a:path h="48540" w="85619">
                  <a:moveTo>
                    <a:pt x="85619" y="5593"/>
                  </a:moveTo>
                  <a:cubicBezTo>
                    <a:pt x="85492" y="11054"/>
                    <a:pt x="84984" y="14229"/>
                    <a:pt x="83714" y="17658"/>
                  </a:cubicBezTo>
                  <a:cubicBezTo>
                    <a:pt x="83587" y="17912"/>
                    <a:pt x="83460" y="18166"/>
                    <a:pt x="83333" y="18420"/>
                  </a:cubicBezTo>
                  <a:cubicBezTo>
                    <a:pt x="81428" y="21595"/>
                    <a:pt x="79015" y="24516"/>
                    <a:pt x="74951" y="28199"/>
                  </a:cubicBezTo>
                  <a:cubicBezTo>
                    <a:pt x="74824" y="28326"/>
                    <a:pt x="74570" y="28453"/>
                    <a:pt x="74443" y="28580"/>
                  </a:cubicBezTo>
                  <a:cubicBezTo>
                    <a:pt x="70125" y="31501"/>
                    <a:pt x="64791" y="34422"/>
                    <a:pt x="59457" y="36835"/>
                  </a:cubicBezTo>
                  <a:cubicBezTo>
                    <a:pt x="59330" y="36835"/>
                    <a:pt x="59203" y="36962"/>
                    <a:pt x="59203" y="36962"/>
                  </a:cubicBezTo>
                  <a:cubicBezTo>
                    <a:pt x="52599" y="39502"/>
                    <a:pt x="45995" y="41534"/>
                    <a:pt x="38248" y="43566"/>
                  </a:cubicBezTo>
                  <a:cubicBezTo>
                    <a:pt x="38121" y="43566"/>
                    <a:pt x="38121" y="43566"/>
                    <a:pt x="37994" y="43566"/>
                  </a:cubicBezTo>
                  <a:cubicBezTo>
                    <a:pt x="30247" y="45217"/>
                    <a:pt x="22500" y="46487"/>
                    <a:pt x="13483" y="47757"/>
                  </a:cubicBezTo>
                  <a:cubicBezTo>
                    <a:pt x="13356" y="47757"/>
                    <a:pt x="13356" y="47757"/>
                    <a:pt x="13229" y="47757"/>
                  </a:cubicBezTo>
                  <a:lnTo>
                    <a:pt x="5609" y="48519"/>
                  </a:lnTo>
                  <a:cubicBezTo>
                    <a:pt x="2815" y="48773"/>
                    <a:pt x="275" y="46741"/>
                    <a:pt x="21" y="43947"/>
                  </a:cubicBezTo>
                  <a:cubicBezTo>
                    <a:pt x="-233" y="41153"/>
                    <a:pt x="1799" y="38613"/>
                    <a:pt x="4593" y="38359"/>
                  </a:cubicBezTo>
                  <a:lnTo>
                    <a:pt x="12213" y="37597"/>
                  </a:lnTo>
                  <a:lnTo>
                    <a:pt x="12721" y="42677"/>
                  </a:lnTo>
                  <a:lnTo>
                    <a:pt x="12086" y="37597"/>
                  </a:lnTo>
                  <a:cubicBezTo>
                    <a:pt x="20849" y="36454"/>
                    <a:pt x="28469" y="35057"/>
                    <a:pt x="35835" y="33533"/>
                  </a:cubicBezTo>
                  <a:lnTo>
                    <a:pt x="36851" y="38486"/>
                  </a:lnTo>
                  <a:lnTo>
                    <a:pt x="35581" y="33533"/>
                  </a:lnTo>
                  <a:cubicBezTo>
                    <a:pt x="43074" y="31628"/>
                    <a:pt x="49297" y="29596"/>
                    <a:pt x="55520" y="27183"/>
                  </a:cubicBezTo>
                  <a:lnTo>
                    <a:pt x="57298" y="32009"/>
                  </a:lnTo>
                  <a:lnTo>
                    <a:pt x="55139" y="27310"/>
                  </a:lnTo>
                  <a:cubicBezTo>
                    <a:pt x="59965" y="25151"/>
                    <a:pt x="64791" y="22484"/>
                    <a:pt x="68601" y="19944"/>
                  </a:cubicBezTo>
                  <a:lnTo>
                    <a:pt x="71522" y="24135"/>
                  </a:lnTo>
                  <a:lnTo>
                    <a:pt x="68093" y="20325"/>
                  </a:lnTo>
                  <a:cubicBezTo>
                    <a:pt x="71649" y="17150"/>
                    <a:pt x="73300" y="15118"/>
                    <a:pt x="74443" y="12959"/>
                  </a:cubicBezTo>
                  <a:lnTo>
                    <a:pt x="78888" y="15499"/>
                  </a:lnTo>
                  <a:lnTo>
                    <a:pt x="74062" y="13721"/>
                  </a:lnTo>
                  <a:cubicBezTo>
                    <a:pt x="74824" y="11689"/>
                    <a:pt x="75205" y="9784"/>
                    <a:pt x="75332" y="4958"/>
                  </a:cubicBezTo>
                  <a:cubicBezTo>
                    <a:pt x="75459" y="2164"/>
                    <a:pt x="77745" y="-122"/>
                    <a:pt x="80539" y="5"/>
                  </a:cubicBezTo>
                  <a:cubicBezTo>
                    <a:pt x="83333" y="132"/>
                    <a:pt x="85619" y="2418"/>
                    <a:pt x="85492" y="5212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389509" y="550545"/>
              <a:ext cx="71676" cy="61341"/>
            </a:xfrm>
            <a:custGeom>
              <a:avLst/>
              <a:gdLst/>
              <a:ahLst/>
              <a:cxnLst/>
              <a:rect r="r" b="b" t="t" l="l"/>
              <a:pathLst>
                <a:path h="61341" w="71676">
                  <a:moveTo>
                    <a:pt x="65659" y="61341"/>
                  </a:moveTo>
                  <a:cubicBezTo>
                    <a:pt x="56642" y="59944"/>
                    <a:pt x="48768" y="58293"/>
                    <a:pt x="41021" y="56388"/>
                  </a:cubicBezTo>
                  <a:cubicBezTo>
                    <a:pt x="40894" y="56388"/>
                    <a:pt x="40894" y="56388"/>
                    <a:pt x="40767" y="56261"/>
                  </a:cubicBezTo>
                  <a:cubicBezTo>
                    <a:pt x="32893" y="53848"/>
                    <a:pt x="26416" y="51308"/>
                    <a:pt x="19812" y="48260"/>
                  </a:cubicBezTo>
                  <a:cubicBezTo>
                    <a:pt x="19685" y="48133"/>
                    <a:pt x="19558" y="48133"/>
                    <a:pt x="19431" y="48006"/>
                  </a:cubicBezTo>
                  <a:cubicBezTo>
                    <a:pt x="14097" y="44831"/>
                    <a:pt x="9779" y="41783"/>
                    <a:pt x="5969" y="37973"/>
                  </a:cubicBezTo>
                  <a:cubicBezTo>
                    <a:pt x="5715" y="37719"/>
                    <a:pt x="5588" y="37592"/>
                    <a:pt x="5461" y="37338"/>
                  </a:cubicBezTo>
                  <a:cubicBezTo>
                    <a:pt x="3302" y="34417"/>
                    <a:pt x="1778" y="31369"/>
                    <a:pt x="762" y="28194"/>
                  </a:cubicBezTo>
                  <a:cubicBezTo>
                    <a:pt x="635" y="27940"/>
                    <a:pt x="635" y="27559"/>
                    <a:pt x="508" y="27178"/>
                  </a:cubicBezTo>
                  <a:cubicBezTo>
                    <a:pt x="127" y="24384"/>
                    <a:pt x="0" y="16764"/>
                    <a:pt x="0" y="5080"/>
                  </a:cubicBezTo>
                  <a:cubicBezTo>
                    <a:pt x="0" y="2286"/>
                    <a:pt x="2286" y="0"/>
                    <a:pt x="5080" y="0"/>
                  </a:cubicBezTo>
                  <a:cubicBezTo>
                    <a:pt x="7874" y="0"/>
                    <a:pt x="10160" y="2286"/>
                    <a:pt x="10160" y="5080"/>
                  </a:cubicBezTo>
                  <a:cubicBezTo>
                    <a:pt x="10160" y="17145"/>
                    <a:pt x="10414" y="23876"/>
                    <a:pt x="10668" y="26035"/>
                  </a:cubicBezTo>
                  <a:lnTo>
                    <a:pt x="5588" y="26670"/>
                  </a:lnTo>
                  <a:lnTo>
                    <a:pt x="10414" y="25019"/>
                  </a:lnTo>
                  <a:cubicBezTo>
                    <a:pt x="11049" y="27051"/>
                    <a:pt x="12192" y="29083"/>
                    <a:pt x="13716" y="31242"/>
                  </a:cubicBezTo>
                  <a:lnTo>
                    <a:pt x="9525" y="34290"/>
                  </a:lnTo>
                  <a:lnTo>
                    <a:pt x="13081" y="30607"/>
                  </a:lnTo>
                  <a:cubicBezTo>
                    <a:pt x="16129" y="33655"/>
                    <a:pt x="19685" y="36195"/>
                    <a:pt x="24511" y="38989"/>
                  </a:cubicBezTo>
                  <a:lnTo>
                    <a:pt x="21971" y="43434"/>
                  </a:lnTo>
                  <a:lnTo>
                    <a:pt x="24130" y="38735"/>
                  </a:lnTo>
                  <a:cubicBezTo>
                    <a:pt x="30226" y="41529"/>
                    <a:pt x="36322" y="43942"/>
                    <a:pt x="43815" y="46228"/>
                  </a:cubicBezTo>
                  <a:lnTo>
                    <a:pt x="42291" y="51181"/>
                  </a:lnTo>
                  <a:lnTo>
                    <a:pt x="43561" y="46228"/>
                  </a:lnTo>
                  <a:cubicBezTo>
                    <a:pt x="50927" y="48133"/>
                    <a:pt x="58547" y="49657"/>
                    <a:pt x="67310" y="51054"/>
                  </a:cubicBezTo>
                  <a:cubicBezTo>
                    <a:pt x="70104" y="51562"/>
                    <a:pt x="72009" y="54102"/>
                    <a:pt x="71628" y="56896"/>
                  </a:cubicBezTo>
                  <a:cubicBezTo>
                    <a:pt x="71247" y="59690"/>
                    <a:pt x="68580" y="61595"/>
                    <a:pt x="65786" y="61214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389255" y="375965"/>
              <a:ext cx="61423" cy="56216"/>
            </a:xfrm>
            <a:custGeom>
              <a:avLst/>
              <a:gdLst/>
              <a:ahLst/>
              <a:cxnLst/>
              <a:rect r="r" b="b" t="t" l="l"/>
              <a:pathLst>
                <a:path h="56216" w="61423">
                  <a:moveTo>
                    <a:pt x="254" y="50755"/>
                  </a:moveTo>
                  <a:cubicBezTo>
                    <a:pt x="254" y="47580"/>
                    <a:pt x="254" y="44532"/>
                    <a:pt x="254" y="41738"/>
                  </a:cubicBezTo>
                  <a:cubicBezTo>
                    <a:pt x="254" y="39452"/>
                    <a:pt x="254" y="37293"/>
                    <a:pt x="254" y="35388"/>
                  </a:cubicBezTo>
                  <a:cubicBezTo>
                    <a:pt x="254" y="33356"/>
                    <a:pt x="381" y="31451"/>
                    <a:pt x="508" y="30054"/>
                  </a:cubicBezTo>
                  <a:cubicBezTo>
                    <a:pt x="508" y="29673"/>
                    <a:pt x="635" y="29419"/>
                    <a:pt x="762" y="29038"/>
                  </a:cubicBezTo>
                  <a:cubicBezTo>
                    <a:pt x="1651" y="26244"/>
                    <a:pt x="3302" y="23323"/>
                    <a:pt x="5334" y="20783"/>
                  </a:cubicBezTo>
                  <a:cubicBezTo>
                    <a:pt x="5461" y="20656"/>
                    <a:pt x="5588" y="20529"/>
                    <a:pt x="5715" y="20402"/>
                  </a:cubicBezTo>
                  <a:cubicBezTo>
                    <a:pt x="8128" y="17862"/>
                    <a:pt x="12319" y="14687"/>
                    <a:pt x="16891" y="11893"/>
                  </a:cubicBezTo>
                  <a:cubicBezTo>
                    <a:pt x="17018" y="11766"/>
                    <a:pt x="17145" y="11766"/>
                    <a:pt x="17272" y="11639"/>
                  </a:cubicBezTo>
                  <a:cubicBezTo>
                    <a:pt x="21844" y="9353"/>
                    <a:pt x="27432" y="7194"/>
                    <a:pt x="33274" y="5162"/>
                  </a:cubicBezTo>
                  <a:cubicBezTo>
                    <a:pt x="33401" y="5162"/>
                    <a:pt x="33401" y="5162"/>
                    <a:pt x="33528" y="5035"/>
                  </a:cubicBezTo>
                  <a:cubicBezTo>
                    <a:pt x="40513" y="3130"/>
                    <a:pt x="47625" y="1479"/>
                    <a:pt x="55372" y="82"/>
                  </a:cubicBezTo>
                  <a:cubicBezTo>
                    <a:pt x="58166" y="-426"/>
                    <a:pt x="60833" y="1479"/>
                    <a:pt x="61341" y="4273"/>
                  </a:cubicBezTo>
                  <a:cubicBezTo>
                    <a:pt x="61849" y="7067"/>
                    <a:pt x="59944" y="9734"/>
                    <a:pt x="57150" y="10242"/>
                  </a:cubicBezTo>
                  <a:cubicBezTo>
                    <a:pt x="49657" y="11639"/>
                    <a:pt x="42799" y="13163"/>
                    <a:pt x="36195" y="14941"/>
                  </a:cubicBezTo>
                  <a:lnTo>
                    <a:pt x="34798" y="9988"/>
                  </a:lnTo>
                  <a:lnTo>
                    <a:pt x="36449" y="14814"/>
                  </a:lnTo>
                  <a:cubicBezTo>
                    <a:pt x="30861" y="16719"/>
                    <a:pt x="25781" y="18751"/>
                    <a:pt x="21717" y="20783"/>
                  </a:cubicBezTo>
                  <a:lnTo>
                    <a:pt x="19431" y="16211"/>
                  </a:lnTo>
                  <a:lnTo>
                    <a:pt x="22098" y="20656"/>
                  </a:lnTo>
                  <a:cubicBezTo>
                    <a:pt x="18034" y="23196"/>
                    <a:pt x="14605" y="25863"/>
                    <a:pt x="12827" y="27641"/>
                  </a:cubicBezTo>
                  <a:lnTo>
                    <a:pt x="9144" y="24085"/>
                  </a:lnTo>
                  <a:lnTo>
                    <a:pt x="13208" y="27260"/>
                  </a:lnTo>
                  <a:cubicBezTo>
                    <a:pt x="11811" y="29038"/>
                    <a:pt x="10795" y="30943"/>
                    <a:pt x="10287" y="32467"/>
                  </a:cubicBezTo>
                  <a:lnTo>
                    <a:pt x="5461" y="30816"/>
                  </a:lnTo>
                  <a:lnTo>
                    <a:pt x="10541" y="31451"/>
                  </a:lnTo>
                  <a:cubicBezTo>
                    <a:pt x="10414" y="32340"/>
                    <a:pt x="10414" y="33737"/>
                    <a:pt x="10287" y="35769"/>
                  </a:cubicBezTo>
                  <a:cubicBezTo>
                    <a:pt x="10287" y="37547"/>
                    <a:pt x="10287" y="39579"/>
                    <a:pt x="10287" y="41992"/>
                  </a:cubicBezTo>
                  <a:cubicBezTo>
                    <a:pt x="10287" y="44786"/>
                    <a:pt x="10287" y="47961"/>
                    <a:pt x="10287" y="51136"/>
                  </a:cubicBezTo>
                  <a:cubicBezTo>
                    <a:pt x="10287" y="53930"/>
                    <a:pt x="7874" y="56216"/>
                    <a:pt x="5080" y="56216"/>
                  </a:cubicBezTo>
                  <a:cubicBezTo>
                    <a:pt x="2286" y="56216"/>
                    <a:pt x="0" y="53803"/>
                    <a:pt x="0" y="51009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440358" y="372676"/>
              <a:ext cx="99287" cy="13580"/>
            </a:xfrm>
            <a:custGeom>
              <a:avLst/>
              <a:gdLst/>
              <a:ahLst/>
              <a:cxnLst/>
              <a:rect r="r" b="b" t="t" l="l"/>
              <a:pathLst>
                <a:path h="13580" w="99287">
                  <a:moveTo>
                    <a:pt x="4650" y="3371"/>
                  </a:moveTo>
                  <a:cubicBezTo>
                    <a:pt x="13032" y="2228"/>
                    <a:pt x="22049" y="1339"/>
                    <a:pt x="35511" y="323"/>
                  </a:cubicBezTo>
                  <a:cubicBezTo>
                    <a:pt x="35638" y="323"/>
                    <a:pt x="35638" y="323"/>
                    <a:pt x="35765" y="323"/>
                  </a:cubicBezTo>
                  <a:cubicBezTo>
                    <a:pt x="52148" y="-185"/>
                    <a:pt x="59895" y="-58"/>
                    <a:pt x="75262" y="450"/>
                  </a:cubicBezTo>
                  <a:cubicBezTo>
                    <a:pt x="75389" y="450"/>
                    <a:pt x="75389" y="450"/>
                    <a:pt x="75516" y="450"/>
                  </a:cubicBezTo>
                  <a:cubicBezTo>
                    <a:pt x="82374" y="1085"/>
                    <a:pt x="88724" y="1720"/>
                    <a:pt x="94693" y="2355"/>
                  </a:cubicBezTo>
                  <a:cubicBezTo>
                    <a:pt x="97487" y="2736"/>
                    <a:pt x="99519" y="5276"/>
                    <a:pt x="99265" y="8070"/>
                  </a:cubicBezTo>
                  <a:cubicBezTo>
                    <a:pt x="99011" y="10864"/>
                    <a:pt x="96344" y="12896"/>
                    <a:pt x="93550" y="12642"/>
                  </a:cubicBezTo>
                  <a:cubicBezTo>
                    <a:pt x="87708" y="12007"/>
                    <a:pt x="81358" y="11372"/>
                    <a:pt x="74627" y="10737"/>
                  </a:cubicBezTo>
                  <a:lnTo>
                    <a:pt x="75008" y="5657"/>
                  </a:lnTo>
                  <a:lnTo>
                    <a:pt x="74754" y="10737"/>
                  </a:lnTo>
                  <a:cubicBezTo>
                    <a:pt x="59514" y="10102"/>
                    <a:pt x="52021" y="10102"/>
                    <a:pt x="35892" y="10610"/>
                  </a:cubicBezTo>
                  <a:lnTo>
                    <a:pt x="35765" y="5530"/>
                  </a:lnTo>
                  <a:lnTo>
                    <a:pt x="36146" y="10610"/>
                  </a:lnTo>
                  <a:cubicBezTo>
                    <a:pt x="22811" y="11499"/>
                    <a:pt x="14048" y="12388"/>
                    <a:pt x="5920" y="13531"/>
                  </a:cubicBezTo>
                  <a:cubicBezTo>
                    <a:pt x="3126" y="13912"/>
                    <a:pt x="586" y="12007"/>
                    <a:pt x="78" y="9213"/>
                  </a:cubicBezTo>
                  <a:cubicBezTo>
                    <a:pt x="-430" y="6419"/>
                    <a:pt x="1602" y="3879"/>
                    <a:pt x="4396" y="3371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529669" y="375158"/>
              <a:ext cx="67993" cy="62230"/>
            </a:xfrm>
            <a:custGeom>
              <a:avLst/>
              <a:gdLst/>
              <a:ahLst/>
              <a:cxnLst/>
              <a:rect r="r" b="b" t="t" l="l"/>
              <a:pathLst>
                <a:path h="62230" w="67993">
                  <a:moveTo>
                    <a:pt x="5636" y="0"/>
                  </a:moveTo>
                  <a:cubicBezTo>
                    <a:pt x="14653" y="1397"/>
                    <a:pt x="23797" y="3175"/>
                    <a:pt x="31544" y="5080"/>
                  </a:cubicBezTo>
                  <a:cubicBezTo>
                    <a:pt x="31671" y="5080"/>
                    <a:pt x="31671" y="5080"/>
                    <a:pt x="31798" y="5207"/>
                  </a:cubicBezTo>
                  <a:cubicBezTo>
                    <a:pt x="38402" y="7239"/>
                    <a:pt x="45006" y="9779"/>
                    <a:pt x="50340" y="12319"/>
                  </a:cubicBezTo>
                  <a:cubicBezTo>
                    <a:pt x="50467" y="12446"/>
                    <a:pt x="50594" y="12446"/>
                    <a:pt x="50721" y="12573"/>
                  </a:cubicBezTo>
                  <a:cubicBezTo>
                    <a:pt x="54912" y="15113"/>
                    <a:pt x="58976" y="18161"/>
                    <a:pt x="61770" y="20828"/>
                  </a:cubicBezTo>
                  <a:cubicBezTo>
                    <a:pt x="61897" y="20955"/>
                    <a:pt x="62024" y="21209"/>
                    <a:pt x="62278" y="21336"/>
                  </a:cubicBezTo>
                  <a:cubicBezTo>
                    <a:pt x="64564" y="24257"/>
                    <a:pt x="66342" y="27305"/>
                    <a:pt x="67358" y="30607"/>
                  </a:cubicBezTo>
                  <a:cubicBezTo>
                    <a:pt x="67485" y="30988"/>
                    <a:pt x="67485" y="31369"/>
                    <a:pt x="67612" y="31623"/>
                  </a:cubicBezTo>
                  <a:cubicBezTo>
                    <a:pt x="67866" y="34290"/>
                    <a:pt x="67993" y="42926"/>
                    <a:pt x="67993" y="57150"/>
                  </a:cubicBezTo>
                  <a:cubicBezTo>
                    <a:pt x="67993" y="59944"/>
                    <a:pt x="65707" y="62230"/>
                    <a:pt x="62913" y="62230"/>
                  </a:cubicBezTo>
                  <a:cubicBezTo>
                    <a:pt x="60119" y="62230"/>
                    <a:pt x="57833" y="59944"/>
                    <a:pt x="57833" y="57150"/>
                  </a:cubicBezTo>
                  <a:cubicBezTo>
                    <a:pt x="57833" y="42672"/>
                    <a:pt x="57706" y="34671"/>
                    <a:pt x="57452" y="32639"/>
                  </a:cubicBezTo>
                  <a:lnTo>
                    <a:pt x="62532" y="32131"/>
                  </a:lnTo>
                  <a:lnTo>
                    <a:pt x="57706" y="33655"/>
                  </a:lnTo>
                  <a:cubicBezTo>
                    <a:pt x="57071" y="31750"/>
                    <a:pt x="56055" y="29718"/>
                    <a:pt x="54404" y="27559"/>
                  </a:cubicBezTo>
                  <a:lnTo>
                    <a:pt x="58468" y="24384"/>
                  </a:lnTo>
                  <a:lnTo>
                    <a:pt x="54912" y="28067"/>
                  </a:lnTo>
                  <a:cubicBezTo>
                    <a:pt x="52880" y="26035"/>
                    <a:pt x="49451" y="23495"/>
                    <a:pt x="45768" y="21336"/>
                  </a:cubicBezTo>
                  <a:lnTo>
                    <a:pt x="48435" y="16891"/>
                  </a:lnTo>
                  <a:lnTo>
                    <a:pt x="46276" y="21590"/>
                  </a:lnTo>
                  <a:cubicBezTo>
                    <a:pt x="41450" y="19304"/>
                    <a:pt x="35227" y="17018"/>
                    <a:pt x="29004" y="15113"/>
                  </a:cubicBezTo>
                  <a:lnTo>
                    <a:pt x="30528" y="10160"/>
                  </a:lnTo>
                  <a:lnTo>
                    <a:pt x="29258" y="15113"/>
                  </a:lnTo>
                  <a:cubicBezTo>
                    <a:pt x="21892" y="13335"/>
                    <a:pt x="13129" y="11557"/>
                    <a:pt x="4366" y="10287"/>
                  </a:cubicBezTo>
                  <a:cubicBezTo>
                    <a:pt x="1572" y="9906"/>
                    <a:pt x="-333" y="7239"/>
                    <a:pt x="48" y="4445"/>
                  </a:cubicBezTo>
                  <a:cubicBezTo>
                    <a:pt x="429" y="1651"/>
                    <a:pt x="3096" y="-254"/>
                    <a:pt x="5890" y="127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587502" y="522986"/>
              <a:ext cx="10160" cy="52324"/>
            </a:xfrm>
            <a:custGeom>
              <a:avLst/>
              <a:gdLst/>
              <a:ahLst/>
              <a:cxnLst/>
              <a:rect r="r" b="b" t="t" l="l"/>
              <a:pathLst>
                <a:path h="52324" w="10160">
                  <a:moveTo>
                    <a:pt x="10160" y="5080"/>
                  </a:moveTo>
                  <a:lnTo>
                    <a:pt x="10160" y="47244"/>
                  </a:lnTo>
                  <a:cubicBezTo>
                    <a:pt x="10160" y="50038"/>
                    <a:pt x="7874" y="52324"/>
                    <a:pt x="5080" y="52324"/>
                  </a:cubicBezTo>
                  <a:cubicBezTo>
                    <a:pt x="2286" y="52324"/>
                    <a:pt x="0" y="50038"/>
                    <a:pt x="0" y="47244"/>
                  </a:cubicBezTo>
                  <a:lnTo>
                    <a:pt x="0" y="5080"/>
                  </a:lnTo>
                  <a:cubicBezTo>
                    <a:pt x="0" y="2286"/>
                    <a:pt x="2286" y="0"/>
                    <a:pt x="5080" y="0"/>
                  </a:cubicBezTo>
                  <a:cubicBezTo>
                    <a:pt x="7874" y="0"/>
                    <a:pt x="10160" y="2286"/>
                    <a:pt x="10160" y="508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586486" y="466344"/>
              <a:ext cx="11176" cy="67437"/>
            </a:xfrm>
            <a:custGeom>
              <a:avLst/>
              <a:gdLst/>
              <a:ahLst/>
              <a:cxnLst/>
              <a:rect r="r" b="b" t="t" l="l"/>
              <a:pathLst>
                <a:path h="67437" w="11176">
                  <a:moveTo>
                    <a:pt x="11176" y="5207"/>
                  </a:moveTo>
                  <a:lnTo>
                    <a:pt x="10287" y="62357"/>
                  </a:lnTo>
                  <a:cubicBezTo>
                    <a:pt x="10287" y="65151"/>
                    <a:pt x="7874" y="67437"/>
                    <a:pt x="5080" y="67437"/>
                  </a:cubicBezTo>
                  <a:cubicBezTo>
                    <a:pt x="2286" y="67437"/>
                    <a:pt x="0" y="65024"/>
                    <a:pt x="0" y="62230"/>
                  </a:cubicBezTo>
                  <a:lnTo>
                    <a:pt x="889" y="5080"/>
                  </a:lnTo>
                  <a:cubicBezTo>
                    <a:pt x="889" y="2286"/>
                    <a:pt x="3302" y="0"/>
                    <a:pt x="6096" y="0"/>
                  </a:cubicBezTo>
                  <a:cubicBezTo>
                    <a:pt x="8890" y="0"/>
                    <a:pt x="11176" y="2413"/>
                    <a:pt x="11176" y="5207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545287" y="412218"/>
              <a:ext cx="52526" cy="29316"/>
            </a:xfrm>
            <a:custGeom>
              <a:avLst/>
              <a:gdLst/>
              <a:ahLst/>
              <a:cxnLst/>
              <a:rect r="r" b="b" t="t" l="l"/>
              <a:pathLst>
                <a:path h="29316" w="52526">
                  <a:moveTo>
                    <a:pt x="50470" y="9041"/>
                  </a:moveTo>
                  <a:cubicBezTo>
                    <a:pt x="37389" y="19709"/>
                    <a:pt x="22530" y="26567"/>
                    <a:pt x="5893" y="29234"/>
                  </a:cubicBezTo>
                  <a:cubicBezTo>
                    <a:pt x="3099" y="29742"/>
                    <a:pt x="432" y="27837"/>
                    <a:pt x="51" y="25043"/>
                  </a:cubicBezTo>
                  <a:cubicBezTo>
                    <a:pt x="-330" y="22249"/>
                    <a:pt x="1448" y="19582"/>
                    <a:pt x="4242" y="19201"/>
                  </a:cubicBezTo>
                  <a:cubicBezTo>
                    <a:pt x="19101" y="16661"/>
                    <a:pt x="32436" y="10692"/>
                    <a:pt x="44120" y="1167"/>
                  </a:cubicBezTo>
                  <a:cubicBezTo>
                    <a:pt x="46279" y="-611"/>
                    <a:pt x="49581" y="-357"/>
                    <a:pt x="51359" y="1929"/>
                  </a:cubicBezTo>
                  <a:cubicBezTo>
                    <a:pt x="53137" y="4215"/>
                    <a:pt x="52883" y="7390"/>
                    <a:pt x="50597" y="9168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433957" y="543177"/>
              <a:ext cx="94510" cy="15578"/>
            </a:xfrm>
            <a:custGeom>
              <a:avLst/>
              <a:gdLst/>
              <a:ahLst/>
              <a:cxnLst/>
              <a:rect r="r" b="b" t="t" l="l"/>
              <a:pathLst>
                <a:path h="15578" w="94510">
                  <a:moveTo>
                    <a:pt x="89664" y="14226"/>
                  </a:moveTo>
                  <a:cubicBezTo>
                    <a:pt x="61343" y="16639"/>
                    <a:pt x="32768" y="16131"/>
                    <a:pt x="4066" y="10162"/>
                  </a:cubicBezTo>
                  <a:cubicBezTo>
                    <a:pt x="1272" y="9527"/>
                    <a:pt x="-506" y="6860"/>
                    <a:pt x="129" y="4066"/>
                  </a:cubicBezTo>
                  <a:cubicBezTo>
                    <a:pt x="764" y="1272"/>
                    <a:pt x="3431" y="-506"/>
                    <a:pt x="6225" y="129"/>
                  </a:cubicBezTo>
                  <a:cubicBezTo>
                    <a:pt x="33657" y="5844"/>
                    <a:pt x="61216" y="6352"/>
                    <a:pt x="88902" y="3939"/>
                  </a:cubicBezTo>
                  <a:cubicBezTo>
                    <a:pt x="91696" y="3685"/>
                    <a:pt x="94236" y="5844"/>
                    <a:pt x="94490" y="8638"/>
                  </a:cubicBezTo>
                  <a:cubicBezTo>
                    <a:pt x="94744" y="11432"/>
                    <a:pt x="92585" y="13972"/>
                    <a:pt x="89791" y="14226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389369" y="522338"/>
              <a:ext cx="54799" cy="30923"/>
            </a:xfrm>
            <a:custGeom>
              <a:avLst/>
              <a:gdLst/>
              <a:ahLst/>
              <a:cxnLst/>
              <a:rect r="r" b="b" t="t" l="l"/>
              <a:pathLst>
                <a:path h="30923" w="54799">
                  <a:moveTo>
                    <a:pt x="48908" y="30874"/>
                  </a:moveTo>
                  <a:cubicBezTo>
                    <a:pt x="31128" y="28207"/>
                    <a:pt x="15380" y="20968"/>
                    <a:pt x="1791" y="9030"/>
                  </a:cubicBezTo>
                  <a:cubicBezTo>
                    <a:pt x="-368" y="7125"/>
                    <a:pt x="-622" y="3950"/>
                    <a:pt x="1283" y="1791"/>
                  </a:cubicBezTo>
                  <a:cubicBezTo>
                    <a:pt x="3188" y="-368"/>
                    <a:pt x="6363" y="-622"/>
                    <a:pt x="8522" y="1283"/>
                  </a:cubicBezTo>
                  <a:cubicBezTo>
                    <a:pt x="20587" y="11824"/>
                    <a:pt x="34557" y="18301"/>
                    <a:pt x="50432" y="20714"/>
                  </a:cubicBezTo>
                  <a:cubicBezTo>
                    <a:pt x="53226" y="21095"/>
                    <a:pt x="55131" y="23762"/>
                    <a:pt x="54750" y="26556"/>
                  </a:cubicBezTo>
                  <a:cubicBezTo>
                    <a:pt x="54369" y="29350"/>
                    <a:pt x="51702" y="31255"/>
                    <a:pt x="48908" y="30874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450929" y="601675"/>
              <a:ext cx="71428" cy="12662"/>
            </a:xfrm>
            <a:custGeom>
              <a:avLst/>
              <a:gdLst/>
              <a:ahLst/>
              <a:cxnLst/>
              <a:rect r="r" b="b" t="t" l="l"/>
              <a:pathLst>
                <a:path h="12662" w="71428">
                  <a:moveTo>
                    <a:pt x="66596" y="11735"/>
                  </a:moveTo>
                  <a:cubicBezTo>
                    <a:pt x="45895" y="13259"/>
                    <a:pt x="25194" y="13005"/>
                    <a:pt x="4366" y="10211"/>
                  </a:cubicBezTo>
                  <a:cubicBezTo>
                    <a:pt x="1572" y="9830"/>
                    <a:pt x="-333" y="7290"/>
                    <a:pt x="48" y="4369"/>
                  </a:cubicBezTo>
                  <a:cubicBezTo>
                    <a:pt x="429" y="1448"/>
                    <a:pt x="2969" y="-330"/>
                    <a:pt x="5890" y="51"/>
                  </a:cubicBezTo>
                  <a:cubicBezTo>
                    <a:pt x="25829" y="2845"/>
                    <a:pt x="45895" y="3099"/>
                    <a:pt x="65961" y="1575"/>
                  </a:cubicBezTo>
                  <a:cubicBezTo>
                    <a:pt x="68755" y="1321"/>
                    <a:pt x="71295" y="3480"/>
                    <a:pt x="71422" y="6274"/>
                  </a:cubicBezTo>
                  <a:cubicBezTo>
                    <a:pt x="71549" y="9068"/>
                    <a:pt x="69517" y="11608"/>
                    <a:pt x="66723" y="11735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389509" y="421640"/>
              <a:ext cx="10160" cy="139192"/>
            </a:xfrm>
            <a:custGeom>
              <a:avLst/>
              <a:gdLst/>
              <a:ahLst/>
              <a:cxnLst/>
              <a:rect r="r" b="b" t="t" l="l"/>
              <a:pathLst>
                <a:path h="139192" w="10160">
                  <a:moveTo>
                    <a:pt x="0" y="134112"/>
                  </a:moveTo>
                  <a:lnTo>
                    <a:pt x="0" y="5080"/>
                  </a:lnTo>
                  <a:cubicBezTo>
                    <a:pt x="0" y="2286"/>
                    <a:pt x="2286" y="0"/>
                    <a:pt x="5080" y="0"/>
                  </a:cubicBezTo>
                  <a:cubicBezTo>
                    <a:pt x="7874" y="0"/>
                    <a:pt x="10160" y="2286"/>
                    <a:pt x="10160" y="5080"/>
                  </a:cubicBezTo>
                  <a:lnTo>
                    <a:pt x="10160" y="134112"/>
                  </a:lnTo>
                  <a:cubicBezTo>
                    <a:pt x="10160" y="136906"/>
                    <a:pt x="7874" y="139192"/>
                    <a:pt x="5080" y="139192"/>
                  </a:cubicBezTo>
                  <a:cubicBezTo>
                    <a:pt x="2286" y="139192"/>
                    <a:pt x="0" y="136906"/>
                    <a:pt x="0" y="134112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476631" y="492760"/>
              <a:ext cx="31877" cy="10160"/>
            </a:xfrm>
            <a:custGeom>
              <a:avLst/>
              <a:gdLst/>
              <a:ahLst/>
              <a:cxnLst/>
              <a:rect r="r" b="b" t="t" l="l"/>
              <a:pathLst>
                <a:path h="10160" w="31877">
                  <a:moveTo>
                    <a:pt x="26797" y="10160"/>
                  </a:moveTo>
                  <a:lnTo>
                    <a:pt x="5080" y="10160"/>
                  </a:lnTo>
                  <a:cubicBezTo>
                    <a:pt x="2286" y="10160"/>
                    <a:pt x="0" y="7874"/>
                    <a:pt x="0" y="5080"/>
                  </a:cubicBezTo>
                  <a:cubicBezTo>
                    <a:pt x="0" y="2286"/>
                    <a:pt x="2286" y="0"/>
                    <a:pt x="5080" y="0"/>
                  </a:cubicBezTo>
                  <a:lnTo>
                    <a:pt x="26797" y="0"/>
                  </a:lnTo>
                  <a:cubicBezTo>
                    <a:pt x="29591" y="0"/>
                    <a:pt x="31877" y="2286"/>
                    <a:pt x="31877" y="5080"/>
                  </a:cubicBezTo>
                  <a:cubicBezTo>
                    <a:pt x="31877" y="7874"/>
                    <a:pt x="29591" y="10160"/>
                    <a:pt x="26797" y="1016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586867" y="426974"/>
              <a:ext cx="10795" cy="50038"/>
            </a:xfrm>
            <a:custGeom>
              <a:avLst/>
              <a:gdLst/>
              <a:ahLst/>
              <a:cxnLst/>
              <a:rect r="r" b="b" t="t" l="l"/>
              <a:pathLst>
                <a:path h="50038" w="10795">
                  <a:moveTo>
                    <a:pt x="10795" y="5207"/>
                  </a:moveTo>
                  <a:lnTo>
                    <a:pt x="10287" y="44958"/>
                  </a:lnTo>
                  <a:cubicBezTo>
                    <a:pt x="10287" y="47752"/>
                    <a:pt x="7874" y="50038"/>
                    <a:pt x="5080" y="50038"/>
                  </a:cubicBezTo>
                  <a:cubicBezTo>
                    <a:pt x="2286" y="50038"/>
                    <a:pt x="0" y="47625"/>
                    <a:pt x="0" y="44831"/>
                  </a:cubicBezTo>
                  <a:lnTo>
                    <a:pt x="508" y="5080"/>
                  </a:lnTo>
                  <a:cubicBezTo>
                    <a:pt x="508" y="2286"/>
                    <a:pt x="2921" y="0"/>
                    <a:pt x="5715" y="0"/>
                  </a:cubicBezTo>
                  <a:cubicBezTo>
                    <a:pt x="8509" y="0"/>
                    <a:pt x="10795" y="2413"/>
                    <a:pt x="10795" y="5207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389611" y="466319"/>
              <a:ext cx="43899" cy="28278"/>
            </a:xfrm>
            <a:custGeom>
              <a:avLst/>
              <a:gdLst/>
              <a:ahLst/>
              <a:cxnLst/>
              <a:rect r="r" b="b" t="t" l="l"/>
              <a:pathLst>
                <a:path h="28278" w="43899">
                  <a:moveTo>
                    <a:pt x="37490" y="28219"/>
                  </a:moveTo>
                  <a:cubicBezTo>
                    <a:pt x="23901" y="24790"/>
                    <a:pt x="11963" y="18440"/>
                    <a:pt x="1676" y="8915"/>
                  </a:cubicBezTo>
                  <a:cubicBezTo>
                    <a:pt x="-356" y="7010"/>
                    <a:pt x="-610" y="3708"/>
                    <a:pt x="1295" y="1676"/>
                  </a:cubicBezTo>
                  <a:cubicBezTo>
                    <a:pt x="3200" y="-356"/>
                    <a:pt x="6502" y="-610"/>
                    <a:pt x="8534" y="1295"/>
                  </a:cubicBezTo>
                  <a:cubicBezTo>
                    <a:pt x="17551" y="9550"/>
                    <a:pt x="28092" y="15138"/>
                    <a:pt x="40030" y="18186"/>
                  </a:cubicBezTo>
                  <a:cubicBezTo>
                    <a:pt x="42824" y="18821"/>
                    <a:pt x="44475" y="21615"/>
                    <a:pt x="43713" y="24409"/>
                  </a:cubicBezTo>
                  <a:cubicBezTo>
                    <a:pt x="42951" y="27203"/>
                    <a:pt x="40284" y="28854"/>
                    <a:pt x="37490" y="28092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434380" y="431296"/>
              <a:ext cx="121240" cy="16438"/>
            </a:xfrm>
            <a:custGeom>
              <a:avLst/>
              <a:gdLst/>
              <a:ahLst/>
              <a:cxnLst/>
              <a:rect r="r" b="b" t="t" l="l"/>
              <a:pathLst>
                <a:path h="16438" w="121240">
                  <a:moveTo>
                    <a:pt x="117054" y="10283"/>
                  </a:moveTo>
                  <a:cubicBezTo>
                    <a:pt x="79462" y="18030"/>
                    <a:pt x="41743" y="18665"/>
                    <a:pt x="4151" y="11045"/>
                  </a:cubicBezTo>
                  <a:cubicBezTo>
                    <a:pt x="1357" y="10537"/>
                    <a:pt x="-421" y="7743"/>
                    <a:pt x="87" y="4949"/>
                  </a:cubicBezTo>
                  <a:cubicBezTo>
                    <a:pt x="595" y="2155"/>
                    <a:pt x="3389" y="377"/>
                    <a:pt x="6183" y="885"/>
                  </a:cubicBezTo>
                  <a:cubicBezTo>
                    <a:pt x="42378" y="8251"/>
                    <a:pt x="78700" y="7616"/>
                    <a:pt x="115022" y="123"/>
                  </a:cubicBezTo>
                  <a:cubicBezTo>
                    <a:pt x="117816" y="-512"/>
                    <a:pt x="120483" y="1393"/>
                    <a:pt x="121118" y="4060"/>
                  </a:cubicBezTo>
                  <a:cubicBezTo>
                    <a:pt x="121753" y="6727"/>
                    <a:pt x="119848" y="9521"/>
                    <a:pt x="117181" y="10156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389510" y="413005"/>
              <a:ext cx="55165" cy="29257"/>
            </a:xfrm>
            <a:custGeom>
              <a:avLst/>
              <a:gdLst/>
              <a:ahLst/>
              <a:cxnLst/>
              <a:rect r="r" b="b" t="t" l="l"/>
              <a:pathLst>
                <a:path h="29257" w="55165">
                  <a:moveTo>
                    <a:pt x="49148" y="29209"/>
                  </a:moveTo>
                  <a:cubicBezTo>
                    <a:pt x="31749" y="26415"/>
                    <a:pt x="16128" y="19811"/>
                    <a:pt x="2031" y="9270"/>
                  </a:cubicBezTo>
                  <a:cubicBezTo>
                    <a:pt x="-255" y="7619"/>
                    <a:pt x="-636" y="4317"/>
                    <a:pt x="1015" y="2031"/>
                  </a:cubicBezTo>
                  <a:cubicBezTo>
                    <a:pt x="2666" y="-255"/>
                    <a:pt x="5968" y="-636"/>
                    <a:pt x="8254" y="1015"/>
                  </a:cubicBezTo>
                  <a:cubicBezTo>
                    <a:pt x="20954" y="10540"/>
                    <a:pt x="35178" y="16509"/>
                    <a:pt x="50799" y="19049"/>
                  </a:cubicBezTo>
                  <a:cubicBezTo>
                    <a:pt x="53593" y="19430"/>
                    <a:pt x="55498" y="22097"/>
                    <a:pt x="55117" y="24891"/>
                  </a:cubicBezTo>
                  <a:cubicBezTo>
                    <a:pt x="54736" y="27685"/>
                    <a:pt x="52069" y="29590"/>
                    <a:pt x="49275" y="29209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1810501" y="8097864"/>
            <a:ext cx="8596955" cy="1609677"/>
            <a:chOff x="0" y="0"/>
            <a:chExt cx="6070600" cy="113665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63500" y="63500"/>
              <a:ext cx="5943854" cy="1009776"/>
            </a:xfrm>
            <a:custGeom>
              <a:avLst/>
              <a:gdLst/>
              <a:ahLst/>
              <a:cxnLst/>
              <a:rect r="r" b="b" t="t" l="l"/>
              <a:pathLst>
                <a:path h="1009776" w="5943854">
                  <a:moveTo>
                    <a:pt x="0" y="881125"/>
                  </a:moveTo>
                  <a:lnTo>
                    <a:pt x="0" y="128524"/>
                  </a:lnTo>
                  <a:cubicBezTo>
                    <a:pt x="0" y="120015"/>
                    <a:pt x="762" y="111760"/>
                    <a:pt x="2413" y="103505"/>
                  </a:cubicBezTo>
                  <a:cubicBezTo>
                    <a:pt x="4064" y="95250"/>
                    <a:pt x="6477" y="87122"/>
                    <a:pt x="9779" y="79375"/>
                  </a:cubicBezTo>
                  <a:cubicBezTo>
                    <a:pt x="13081" y="71628"/>
                    <a:pt x="17018" y="64135"/>
                    <a:pt x="21717" y="57150"/>
                  </a:cubicBezTo>
                  <a:cubicBezTo>
                    <a:pt x="26416" y="50165"/>
                    <a:pt x="31750" y="43688"/>
                    <a:pt x="37719" y="37592"/>
                  </a:cubicBezTo>
                  <a:cubicBezTo>
                    <a:pt x="43688" y="31496"/>
                    <a:pt x="50165" y="26289"/>
                    <a:pt x="57150" y="21590"/>
                  </a:cubicBezTo>
                  <a:cubicBezTo>
                    <a:pt x="64135" y="16891"/>
                    <a:pt x="71628" y="12954"/>
                    <a:pt x="79375" y="9779"/>
                  </a:cubicBezTo>
                  <a:cubicBezTo>
                    <a:pt x="87122" y="6604"/>
                    <a:pt x="95250" y="4064"/>
                    <a:pt x="103505" y="2413"/>
                  </a:cubicBezTo>
                  <a:cubicBezTo>
                    <a:pt x="111760" y="762"/>
                    <a:pt x="120142" y="0"/>
                    <a:pt x="128524" y="0"/>
                  </a:cubicBezTo>
                  <a:lnTo>
                    <a:pt x="5815076" y="0"/>
                  </a:lnTo>
                  <a:cubicBezTo>
                    <a:pt x="5823585" y="0"/>
                    <a:pt x="5831840" y="762"/>
                    <a:pt x="5840222" y="2413"/>
                  </a:cubicBezTo>
                  <a:cubicBezTo>
                    <a:pt x="5848604" y="4064"/>
                    <a:pt x="5856605" y="6477"/>
                    <a:pt x="5864352" y="9779"/>
                  </a:cubicBezTo>
                  <a:cubicBezTo>
                    <a:pt x="5872099" y="13081"/>
                    <a:pt x="5879592" y="17018"/>
                    <a:pt x="5886577" y="21590"/>
                  </a:cubicBezTo>
                  <a:cubicBezTo>
                    <a:pt x="5893562" y="26162"/>
                    <a:pt x="5900039" y="31623"/>
                    <a:pt x="5906008" y="37592"/>
                  </a:cubicBezTo>
                  <a:cubicBezTo>
                    <a:pt x="5911977" y="43561"/>
                    <a:pt x="5917311" y="50038"/>
                    <a:pt x="5922010" y="57150"/>
                  </a:cubicBezTo>
                  <a:cubicBezTo>
                    <a:pt x="5926709" y="64262"/>
                    <a:pt x="5930646" y="71628"/>
                    <a:pt x="5933948" y="79375"/>
                  </a:cubicBezTo>
                  <a:cubicBezTo>
                    <a:pt x="5937250" y="87122"/>
                    <a:pt x="5939663" y="95250"/>
                    <a:pt x="5941314" y="103505"/>
                  </a:cubicBezTo>
                  <a:cubicBezTo>
                    <a:pt x="5942965" y="111760"/>
                    <a:pt x="5943854" y="120142"/>
                    <a:pt x="5943854" y="128524"/>
                  </a:cubicBezTo>
                  <a:lnTo>
                    <a:pt x="5943854" y="881125"/>
                  </a:lnTo>
                  <a:cubicBezTo>
                    <a:pt x="5943854" y="889507"/>
                    <a:pt x="5942965" y="897889"/>
                    <a:pt x="5941314" y="906271"/>
                  </a:cubicBezTo>
                  <a:cubicBezTo>
                    <a:pt x="5939663" y="914653"/>
                    <a:pt x="5937250" y="922654"/>
                    <a:pt x="5933948" y="930401"/>
                  </a:cubicBezTo>
                  <a:cubicBezTo>
                    <a:pt x="5930646" y="938148"/>
                    <a:pt x="5926709" y="945641"/>
                    <a:pt x="5922010" y="952626"/>
                  </a:cubicBezTo>
                  <a:cubicBezTo>
                    <a:pt x="5917311" y="959611"/>
                    <a:pt x="5911977" y="966088"/>
                    <a:pt x="5906008" y="972057"/>
                  </a:cubicBezTo>
                  <a:cubicBezTo>
                    <a:pt x="5900039" y="978026"/>
                    <a:pt x="5893562" y="983360"/>
                    <a:pt x="5886577" y="988059"/>
                  </a:cubicBezTo>
                  <a:cubicBezTo>
                    <a:pt x="5879592" y="992758"/>
                    <a:pt x="5872099" y="996695"/>
                    <a:pt x="5864352" y="999997"/>
                  </a:cubicBezTo>
                  <a:cubicBezTo>
                    <a:pt x="5856605" y="1003299"/>
                    <a:pt x="5848477" y="1005712"/>
                    <a:pt x="5840222" y="1007363"/>
                  </a:cubicBezTo>
                  <a:cubicBezTo>
                    <a:pt x="5831967" y="1009014"/>
                    <a:pt x="5823585" y="1009776"/>
                    <a:pt x="5815076" y="1009776"/>
                  </a:cubicBezTo>
                  <a:lnTo>
                    <a:pt x="128524" y="1009776"/>
                  </a:lnTo>
                  <a:cubicBezTo>
                    <a:pt x="120142" y="1009776"/>
                    <a:pt x="111760" y="1009014"/>
                    <a:pt x="103378" y="1007363"/>
                  </a:cubicBezTo>
                  <a:cubicBezTo>
                    <a:pt x="94996" y="1005712"/>
                    <a:pt x="86995" y="1003299"/>
                    <a:pt x="79248" y="999997"/>
                  </a:cubicBezTo>
                  <a:cubicBezTo>
                    <a:pt x="71501" y="996695"/>
                    <a:pt x="64008" y="992758"/>
                    <a:pt x="57023" y="988059"/>
                  </a:cubicBezTo>
                  <a:cubicBezTo>
                    <a:pt x="50038" y="983360"/>
                    <a:pt x="43688" y="977899"/>
                    <a:pt x="37719" y="971930"/>
                  </a:cubicBezTo>
                  <a:cubicBezTo>
                    <a:pt x="31750" y="965961"/>
                    <a:pt x="26416" y="959484"/>
                    <a:pt x="21717" y="952499"/>
                  </a:cubicBezTo>
                  <a:cubicBezTo>
                    <a:pt x="17018" y="945514"/>
                    <a:pt x="13081" y="938021"/>
                    <a:pt x="9779" y="930274"/>
                  </a:cubicBezTo>
                  <a:cubicBezTo>
                    <a:pt x="6477" y="922527"/>
                    <a:pt x="4064" y="914399"/>
                    <a:pt x="2413" y="906144"/>
                  </a:cubicBezTo>
                  <a:cubicBezTo>
                    <a:pt x="762" y="897889"/>
                    <a:pt x="0" y="889507"/>
                    <a:pt x="0" y="881125"/>
                  </a:cubicBezTo>
                </a:path>
              </a:pathLst>
            </a:custGeom>
            <a:solidFill>
              <a:srgbClr val="B6D6FC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256413" y="320675"/>
              <a:ext cx="171450" cy="171450"/>
            </a:xfrm>
            <a:custGeom>
              <a:avLst/>
              <a:gdLst/>
              <a:ahLst/>
              <a:cxnLst/>
              <a:rect r="r" b="b" t="t" l="l"/>
              <a:pathLst>
                <a:path h="171450" w="171450">
                  <a:moveTo>
                    <a:pt x="85725" y="16129"/>
                  </a:moveTo>
                  <a:cubicBezTo>
                    <a:pt x="90297" y="16129"/>
                    <a:pt x="94869" y="16637"/>
                    <a:pt x="99314" y="17526"/>
                  </a:cubicBezTo>
                  <a:cubicBezTo>
                    <a:pt x="103759" y="18415"/>
                    <a:pt x="108204" y="19685"/>
                    <a:pt x="112395" y="21463"/>
                  </a:cubicBezTo>
                  <a:cubicBezTo>
                    <a:pt x="116586" y="23241"/>
                    <a:pt x="120650" y="25400"/>
                    <a:pt x="124460" y="27940"/>
                  </a:cubicBezTo>
                  <a:cubicBezTo>
                    <a:pt x="128270" y="30480"/>
                    <a:pt x="131826" y="33401"/>
                    <a:pt x="135001" y="36576"/>
                  </a:cubicBezTo>
                  <a:cubicBezTo>
                    <a:pt x="138176" y="39751"/>
                    <a:pt x="141097" y="43307"/>
                    <a:pt x="143637" y="47117"/>
                  </a:cubicBezTo>
                  <a:cubicBezTo>
                    <a:pt x="146177" y="50927"/>
                    <a:pt x="148336" y="54991"/>
                    <a:pt x="150114" y="59182"/>
                  </a:cubicBezTo>
                  <a:cubicBezTo>
                    <a:pt x="151892" y="63373"/>
                    <a:pt x="153162" y="67818"/>
                    <a:pt x="154051" y="72263"/>
                  </a:cubicBezTo>
                  <a:cubicBezTo>
                    <a:pt x="154940" y="76708"/>
                    <a:pt x="155448" y="81280"/>
                    <a:pt x="155448" y="85852"/>
                  </a:cubicBezTo>
                  <a:cubicBezTo>
                    <a:pt x="155448" y="90424"/>
                    <a:pt x="154940" y="94996"/>
                    <a:pt x="154051" y="99441"/>
                  </a:cubicBezTo>
                  <a:cubicBezTo>
                    <a:pt x="153162" y="103886"/>
                    <a:pt x="151892" y="108331"/>
                    <a:pt x="150114" y="112522"/>
                  </a:cubicBezTo>
                  <a:cubicBezTo>
                    <a:pt x="148336" y="116712"/>
                    <a:pt x="146177" y="120777"/>
                    <a:pt x="143637" y="124587"/>
                  </a:cubicBezTo>
                  <a:cubicBezTo>
                    <a:pt x="141097" y="128397"/>
                    <a:pt x="138176" y="131953"/>
                    <a:pt x="135001" y="135128"/>
                  </a:cubicBezTo>
                  <a:cubicBezTo>
                    <a:pt x="131826" y="138303"/>
                    <a:pt x="128270" y="141224"/>
                    <a:pt x="124460" y="143764"/>
                  </a:cubicBezTo>
                  <a:cubicBezTo>
                    <a:pt x="120650" y="146304"/>
                    <a:pt x="116586" y="148462"/>
                    <a:pt x="112395" y="150241"/>
                  </a:cubicBezTo>
                  <a:cubicBezTo>
                    <a:pt x="108204" y="152019"/>
                    <a:pt x="103759" y="153289"/>
                    <a:pt x="99314" y="154178"/>
                  </a:cubicBezTo>
                  <a:cubicBezTo>
                    <a:pt x="94869" y="155067"/>
                    <a:pt x="90297" y="155575"/>
                    <a:pt x="85725" y="155575"/>
                  </a:cubicBezTo>
                  <a:cubicBezTo>
                    <a:pt x="81153" y="155575"/>
                    <a:pt x="76581" y="155067"/>
                    <a:pt x="72136" y="154178"/>
                  </a:cubicBezTo>
                  <a:cubicBezTo>
                    <a:pt x="67691" y="153289"/>
                    <a:pt x="63246" y="152019"/>
                    <a:pt x="59055" y="150241"/>
                  </a:cubicBezTo>
                  <a:cubicBezTo>
                    <a:pt x="54864" y="148462"/>
                    <a:pt x="50800" y="146304"/>
                    <a:pt x="46990" y="143764"/>
                  </a:cubicBezTo>
                  <a:cubicBezTo>
                    <a:pt x="43180" y="141224"/>
                    <a:pt x="39624" y="138303"/>
                    <a:pt x="36449" y="135128"/>
                  </a:cubicBezTo>
                  <a:cubicBezTo>
                    <a:pt x="33274" y="131953"/>
                    <a:pt x="30353" y="128397"/>
                    <a:pt x="27813" y="124587"/>
                  </a:cubicBezTo>
                  <a:cubicBezTo>
                    <a:pt x="25273" y="120777"/>
                    <a:pt x="23114" y="116712"/>
                    <a:pt x="21336" y="112522"/>
                  </a:cubicBezTo>
                  <a:cubicBezTo>
                    <a:pt x="19558" y="108331"/>
                    <a:pt x="18288" y="103886"/>
                    <a:pt x="17399" y="99441"/>
                  </a:cubicBezTo>
                  <a:cubicBezTo>
                    <a:pt x="16510" y="94996"/>
                    <a:pt x="16002" y="90424"/>
                    <a:pt x="16002" y="85852"/>
                  </a:cubicBezTo>
                  <a:cubicBezTo>
                    <a:pt x="16002" y="81280"/>
                    <a:pt x="16510" y="76708"/>
                    <a:pt x="17399" y="72263"/>
                  </a:cubicBezTo>
                  <a:cubicBezTo>
                    <a:pt x="18288" y="67818"/>
                    <a:pt x="19558" y="63373"/>
                    <a:pt x="21336" y="59182"/>
                  </a:cubicBezTo>
                  <a:cubicBezTo>
                    <a:pt x="23114" y="54991"/>
                    <a:pt x="25273" y="50927"/>
                    <a:pt x="27813" y="47117"/>
                  </a:cubicBezTo>
                  <a:cubicBezTo>
                    <a:pt x="30353" y="43307"/>
                    <a:pt x="33274" y="39751"/>
                    <a:pt x="36449" y="36576"/>
                  </a:cubicBezTo>
                  <a:cubicBezTo>
                    <a:pt x="39624" y="33401"/>
                    <a:pt x="43180" y="30480"/>
                    <a:pt x="46990" y="27940"/>
                  </a:cubicBezTo>
                  <a:cubicBezTo>
                    <a:pt x="50800" y="25400"/>
                    <a:pt x="54864" y="23241"/>
                    <a:pt x="59055" y="21463"/>
                  </a:cubicBezTo>
                  <a:cubicBezTo>
                    <a:pt x="63246" y="19685"/>
                    <a:pt x="67691" y="18415"/>
                    <a:pt x="72136" y="17526"/>
                  </a:cubicBezTo>
                  <a:cubicBezTo>
                    <a:pt x="76581" y="16637"/>
                    <a:pt x="81153" y="16129"/>
                    <a:pt x="85725" y="16129"/>
                  </a:cubicBezTo>
                  <a:close/>
                  <a:moveTo>
                    <a:pt x="85725" y="171449"/>
                  </a:moveTo>
                  <a:cubicBezTo>
                    <a:pt x="91313" y="171449"/>
                    <a:pt x="96901" y="170941"/>
                    <a:pt x="102489" y="169798"/>
                  </a:cubicBezTo>
                  <a:cubicBezTo>
                    <a:pt x="108077" y="168655"/>
                    <a:pt x="113411" y="167131"/>
                    <a:pt x="118618" y="164972"/>
                  </a:cubicBezTo>
                  <a:cubicBezTo>
                    <a:pt x="123825" y="162813"/>
                    <a:pt x="128778" y="160146"/>
                    <a:pt x="133477" y="157099"/>
                  </a:cubicBezTo>
                  <a:cubicBezTo>
                    <a:pt x="138176" y="154051"/>
                    <a:pt x="142494" y="150368"/>
                    <a:pt x="146431" y="146431"/>
                  </a:cubicBezTo>
                  <a:cubicBezTo>
                    <a:pt x="150368" y="142494"/>
                    <a:pt x="153924" y="138176"/>
                    <a:pt x="157099" y="133476"/>
                  </a:cubicBezTo>
                  <a:cubicBezTo>
                    <a:pt x="160274" y="128778"/>
                    <a:pt x="162814" y="123825"/>
                    <a:pt x="164973" y="118618"/>
                  </a:cubicBezTo>
                  <a:cubicBezTo>
                    <a:pt x="167132" y="113411"/>
                    <a:pt x="168783" y="108077"/>
                    <a:pt x="169799" y="102489"/>
                  </a:cubicBezTo>
                  <a:cubicBezTo>
                    <a:pt x="170815" y="96901"/>
                    <a:pt x="171450" y="91440"/>
                    <a:pt x="171450" y="85725"/>
                  </a:cubicBezTo>
                  <a:cubicBezTo>
                    <a:pt x="171450" y="80010"/>
                    <a:pt x="170942" y="74549"/>
                    <a:pt x="169799" y="68961"/>
                  </a:cubicBezTo>
                  <a:cubicBezTo>
                    <a:pt x="168656" y="63373"/>
                    <a:pt x="167132" y="58039"/>
                    <a:pt x="164973" y="52832"/>
                  </a:cubicBezTo>
                  <a:cubicBezTo>
                    <a:pt x="162814" y="47625"/>
                    <a:pt x="160147" y="42672"/>
                    <a:pt x="157099" y="37973"/>
                  </a:cubicBezTo>
                  <a:cubicBezTo>
                    <a:pt x="154051" y="33274"/>
                    <a:pt x="150368" y="28956"/>
                    <a:pt x="146431" y="25019"/>
                  </a:cubicBezTo>
                  <a:cubicBezTo>
                    <a:pt x="142494" y="21082"/>
                    <a:pt x="138176" y="17526"/>
                    <a:pt x="133477" y="14351"/>
                  </a:cubicBezTo>
                  <a:cubicBezTo>
                    <a:pt x="128778" y="11176"/>
                    <a:pt x="123825" y="8636"/>
                    <a:pt x="118618" y="6477"/>
                  </a:cubicBezTo>
                  <a:cubicBezTo>
                    <a:pt x="113411" y="4318"/>
                    <a:pt x="108077" y="2667"/>
                    <a:pt x="102489" y="1651"/>
                  </a:cubicBezTo>
                  <a:cubicBezTo>
                    <a:pt x="96901" y="635"/>
                    <a:pt x="91440" y="0"/>
                    <a:pt x="85725" y="0"/>
                  </a:cubicBezTo>
                  <a:cubicBezTo>
                    <a:pt x="80010" y="0"/>
                    <a:pt x="74549" y="508"/>
                    <a:pt x="68961" y="1651"/>
                  </a:cubicBezTo>
                  <a:cubicBezTo>
                    <a:pt x="63373" y="2794"/>
                    <a:pt x="58039" y="4318"/>
                    <a:pt x="52832" y="6477"/>
                  </a:cubicBezTo>
                  <a:cubicBezTo>
                    <a:pt x="47625" y="8636"/>
                    <a:pt x="42672" y="11303"/>
                    <a:pt x="37973" y="14351"/>
                  </a:cubicBezTo>
                  <a:cubicBezTo>
                    <a:pt x="33274" y="17399"/>
                    <a:pt x="28956" y="21082"/>
                    <a:pt x="25019" y="25019"/>
                  </a:cubicBezTo>
                  <a:cubicBezTo>
                    <a:pt x="21082" y="28956"/>
                    <a:pt x="17526" y="33274"/>
                    <a:pt x="14351" y="37973"/>
                  </a:cubicBezTo>
                  <a:cubicBezTo>
                    <a:pt x="11176" y="42672"/>
                    <a:pt x="8636" y="47625"/>
                    <a:pt x="6477" y="52832"/>
                  </a:cubicBezTo>
                  <a:cubicBezTo>
                    <a:pt x="4318" y="58039"/>
                    <a:pt x="2667" y="63373"/>
                    <a:pt x="1651" y="68961"/>
                  </a:cubicBezTo>
                  <a:cubicBezTo>
                    <a:pt x="635" y="74549"/>
                    <a:pt x="0" y="80010"/>
                    <a:pt x="0" y="85725"/>
                  </a:cubicBezTo>
                  <a:cubicBezTo>
                    <a:pt x="0" y="91440"/>
                    <a:pt x="508" y="96901"/>
                    <a:pt x="1651" y="102489"/>
                  </a:cubicBezTo>
                  <a:cubicBezTo>
                    <a:pt x="2794" y="108077"/>
                    <a:pt x="4318" y="113411"/>
                    <a:pt x="6477" y="118618"/>
                  </a:cubicBezTo>
                  <a:cubicBezTo>
                    <a:pt x="8636" y="123825"/>
                    <a:pt x="11303" y="128778"/>
                    <a:pt x="14351" y="133476"/>
                  </a:cubicBezTo>
                  <a:cubicBezTo>
                    <a:pt x="17399" y="138176"/>
                    <a:pt x="21082" y="142494"/>
                    <a:pt x="25019" y="146431"/>
                  </a:cubicBezTo>
                  <a:cubicBezTo>
                    <a:pt x="28956" y="150368"/>
                    <a:pt x="33274" y="153924"/>
                    <a:pt x="37973" y="157099"/>
                  </a:cubicBezTo>
                  <a:cubicBezTo>
                    <a:pt x="42672" y="160273"/>
                    <a:pt x="47625" y="162813"/>
                    <a:pt x="52832" y="164972"/>
                  </a:cubicBezTo>
                  <a:cubicBezTo>
                    <a:pt x="58039" y="167131"/>
                    <a:pt x="63373" y="168782"/>
                    <a:pt x="68961" y="169798"/>
                  </a:cubicBezTo>
                  <a:cubicBezTo>
                    <a:pt x="74549" y="170814"/>
                    <a:pt x="80010" y="171449"/>
                    <a:pt x="85725" y="171449"/>
                  </a:cubicBezTo>
                  <a:close/>
                  <a:moveTo>
                    <a:pt x="72390" y="112522"/>
                  </a:moveTo>
                  <a:cubicBezTo>
                    <a:pt x="67945" y="112522"/>
                    <a:pt x="64389" y="116078"/>
                    <a:pt x="64389" y="120523"/>
                  </a:cubicBezTo>
                  <a:cubicBezTo>
                    <a:pt x="64389" y="124968"/>
                    <a:pt x="67945" y="128524"/>
                    <a:pt x="72390" y="128524"/>
                  </a:cubicBezTo>
                  <a:lnTo>
                    <a:pt x="99187" y="128524"/>
                  </a:lnTo>
                  <a:cubicBezTo>
                    <a:pt x="103632" y="128524"/>
                    <a:pt x="107188" y="124968"/>
                    <a:pt x="107188" y="120523"/>
                  </a:cubicBezTo>
                  <a:cubicBezTo>
                    <a:pt x="107188" y="116078"/>
                    <a:pt x="103632" y="112522"/>
                    <a:pt x="99187" y="112522"/>
                  </a:cubicBezTo>
                  <a:lnTo>
                    <a:pt x="96520" y="112522"/>
                  </a:lnTo>
                  <a:lnTo>
                    <a:pt x="96520" y="83058"/>
                  </a:lnTo>
                  <a:cubicBezTo>
                    <a:pt x="96520" y="78613"/>
                    <a:pt x="92964" y="75057"/>
                    <a:pt x="88519" y="75057"/>
                  </a:cubicBezTo>
                  <a:lnTo>
                    <a:pt x="72263" y="75057"/>
                  </a:lnTo>
                  <a:cubicBezTo>
                    <a:pt x="67818" y="75057"/>
                    <a:pt x="64262" y="78613"/>
                    <a:pt x="64262" y="83058"/>
                  </a:cubicBezTo>
                  <a:cubicBezTo>
                    <a:pt x="64262" y="87503"/>
                    <a:pt x="67818" y="91059"/>
                    <a:pt x="72263" y="91059"/>
                  </a:cubicBezTo>
                  <a:lnTo>
                    <a:pt x="80264" y="91059"/>
                  </a:lnTo>
                  <a:lnTo>
                    <a:pt x="80264" y="112522"/>
                  </a:lnTo>
                  <a:lnTo>
                    <a:pt x="72263" y="112522"/>
                  </a:lnTo>
                  <a:close/>
                  <a:moveTo>
                    <a:pt x="85598" y="64262"/>
                  </a:moveTo>
                  <a:cubicBezTo>
                    <a:pt x="88519" y="64262"/>
                    <a:pt x="91059" y="63246"/>
                    <a:pt x="93218" y="61087"/>
                  </a:cubicBezTo>
                  <a:cubicBezTo>
                    <a:pt x="95377" y="58928"/>
                    <a:pt x="96393" y="56515"/>
                    <a:pt x="96393" y="53467"/>
                  </a:cubicBezTo>
                  <a:cubicBezTo>
                    <a:pt x="96393" y="50419"/>
                    <a:pt x="95377" y="48006"/>
                    <a:pt x="93218" y="45847"/>
                  </a:cubicBezTo>
                  <a:cubicBezTo>
                    <a:pt x="91059" y="43688"/>
                    <a:pt x="88646" y="42672"/>
                    <a:pt x="85598" y="42672"/>
                  </a:cubicBezTo>
                  <a:cubicBezTo>
                    <a:pt x="82550" y="42672"/>
                    <a:pt x="80137" y="43688"/>
                    <a:pt x="77978" y="45847"/>
                  </a:cubicBezTo>
                  <a:cubicBezTo>
                    <a:pt x="75819" y="48006"/>
                    <a:pt x="74803" y="50419"/>
                    <a:pt x="74803" y="53467"/>
                  </a:cubicBezTo>
                  <a:cubicBezTo>
                    <a:pt x="74803" y="56515"/>
                    <a:pt x="75819" y="58928"/>
                    <a:pt x="77978" y="61087"/>
                  </a:cubicBezTo>
                  <a:cubicBezTo>
                    <a:pt x="80137" y="63246"/>
                    <a:pt x="82550" y="64262"/>
                    <a:pt x="85598" y="64262"/>
                  </a:cubicBezTo>
                </a:path>
              </a:pathLst>
            </a:custGeom>
            <a:solidFill>
              <a:srgbClr val="006ED6"/>
            </a:solidFill>
          </p:spPr>
        </p:sp>
      </p:grpSp>
      <p:grpSp>
        <p:nvGrpSpPr>
          <p:cNvPr name="Group 35" id="35"/>
          <p:cNvGrpSpPr/>
          <p:nvPr/>
        </p:nvGrpSpPr>
        <p:grpSpPr>
          <a:xfrm rot="0">
            <a:off x="1810501" y="5467518"/>
            <a:ext cx="8596955" cy="2540415"/>
            <a:chOff x="0" y="0"/>
            <a:chExt cx="6070600" cy="1793875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63500" y="63500"/>
              <a:ext cx="5943854" cy="1667129"/>
            </a:xfrm>
            <a:custGeom>
              <a:avLst/>
              <a:gdLst/>
              <a:ahLst/>
              <a:cxnLst/>
              <a:rect r="r" b="b" t="t" l="l"/>
              <a:pathLst>
                <a:path h="1667129" w="5943854">
                  <a:moveTo>
                    <a:pt x="0" y="1538351"/>
                  </a:moveTo>
                  <a:lnTo>
                    <a:pt x="0" y="128651"/>
                  </a:lnTo>
                  <a:cubicBezTo>
                    <a:pt x="0" y="120142"/>
                    <a:pt x="762" y="111887"/>
                    <a:pt x="2413" y="103505"/>
                  </a:cubicBezTo>
                  <a:cubicBezTo>
                    <a:pt x="4064" y="95123"/>
                    <a:pt x="6477" y="87122"/>
                    <a:pt x="9779" y="79375"/>
                  </a:cubicBezTo>
                  <a:cubicBezTo>
                    <a:pt x="13081" y="71628"/>
                    <a:pt x="17018" y="64135"/>
                    <a:pt x="21717" y="57150"/>
                  </a:cubicBezTo>
                  <a:cubicBezTo>
                    <a:pt x="26416" y="50165"/>
                    <a:pt x="31750" y="43688"/>
                    <a:pt x="37719" y="37719"/>
                  </a:cubicBezTo>
                  <a:cubicBezTo>
                    <a:pt x="43688" y="31750"/>
                    <a:pt x="50165" y="26416"/>
                    <a:pt x="57150" y="21717"/>
                  </a:cubicBezTo>
                  <a:cubicBezTo>
                    <a:pt x="64135" y="17018"/>
                    <a:pt x="71628" y="13081"/>
                    <a:pt x="79375" y="9779"/>
                  </a:cubicBezTo>
                  <a:cubicBezTo>
                    <a:pt x="87122" y="6477"/>
                    <a:pt x="95250" y="4064"/>
                    <a:pt x="103505" y="2413"/>
                  </a:cubicBezTo>
                  <a:cubicBezTo>
                    <a:pt x="111760" y="762"/>
                    <a:pt x="120142" y="0"/>
                    <a:pt x="128524" y="0"/>
                  </a:cubicBezTo>
                  <a:lnTo>
                    <a:pt x="5815076" y="0"/>
                  </a:lnTo>
                  <a:cubicBezTo>
                    <a:pt x="5823585" y="0"/>
                    <a:pt x="5831840" y="889"/>
                    <a:pt x="5840222" y="2540"/>
                  </a:cubicBezTo>
                  <a:cubicBezTo>
                    <a:pt x="5848604" y="4191"/>
                    <a:pt x="5856605" y="6604"/>
                    <a:pt x="5864352" y="9906"/>
                  </a:cubicBezTo>
                  <a:cubicBezTo>
                    <a:pt x="5872099" y="13208"/>
                    <a:pt x="5879592" y="17145"/>
                    <a:pt x="5886577" y="21844"/>
                  </a:cubicBezTo>
                  <a:cubicBezTo>
                    <a:pt x="5893562" y="26543"/>
                    <a:pt x="5900039" y="31877"/>
                    <a:pt x="5906008" y="37846"/>
                  </a:cubicBezTo>
                  <a:cubicBezTo>
                    <a:pt x="5911977" y="43815"/>
                    <a:pt x="5917311" y="50292"/>
                    <a:pt x="5922010" y="57277"/>
                  </a:cubicBezTo>
                  <a:cubicBezTo>
                    <a:pt x="5926709" y="64262"/>
                    <a:pt x="5930646" y="71755"/>
                    <a:pt x="5933948" y="79502"/>
                  </a:cubicBezTo>
                  <a:cubicBezTo>
                    <a:pt x="5937250" y="87249"/>
                    <a:pt x="5939663" y="95377"/>
                    <a:pt x="5941314" y="103632"/>
                  </a:cubicBezTo>
                  <a:cubicBezTo>
                    <a:pt x="5942965" y="111887"/>
                    <a:pt x="5943854" y="120269"/>
                    <a:pt x="5943854" y="128778"/>
                  </a:cubicBezTo>
                  <a:lnTo>
                    <a:pt x="5943854" y="1538478"/>
                  </a:lnTo>
                  <a:cubicBezTo>
                    <a:pt x="5943854" y="1546860"/>
                    <a:pt x="5942965" y="1555242"/>
                    <a:pt x="5941314" y="1563624"/>
                  </a:cubicBezTo>
                  <a:cubicBezTo>
                    <a:pt x="5939663" y="1572006"/>
                    <a:pt x="5937250" y="1579880"/>
                    <a:pt x="5933948" y="1587754"/>
                  </a:cubicBezTo>
                  <a:cubicBezTo>
                    <a:pt x="5930646" y="1595628"/>
                    <a:pt x="5926709" y="1602994"/>
                    <a:pt x="5922010" y="1609979"/>
                  </a:cubicBezTo>
                  <a:cubicBezTo>
                    <a:pt x="5917311" y="1616964"/>
                    <a:pt x="5911977" y="1623441"/>
                    <a:pt x="5906008" y="1629410"/>
                  </a:cubicBezTo>
                  <a:cubicBezTo>
                    <a:pt x="5900039" y="1635379"/>
                    <a:pt x="5893562" y="1640713"/>
                    <a:pt x="5886577" y="1645412"/>
                  </a:cubicBezTo>
                  <a:cubicBezTo>
                    <a:pt x="5879592" y="1650111"/>
                    <a:pt x="5872099" y="1654048"/>
                    <a:pt x="5864352" y="1657350"/>
                  </a:cubicBezTo>
                  <a:cubicBezTo>
                    <a:pt x="5856605" y="1660652"/>
                    <a:pt x="5848477" y="1663065"/>
                    <a:pt x="5840222" y="1664716"/>
                  </a:cubicBezTo>
                  <a:cubicBezTo>
                    <a:pt x="5831967" y="1666367"/>
                    <a:pt x="5823585" y="1667129"/>
                    <a:pt x="5815076" y="1667129"/>
                  </a:cubicBezTo>
                  <a:lnTo>
                    <a:pt x="128524" y="1667129"/>
                  </a:lnTo>
                  <a:cubicBezTo>
                    <a:pt x="120142" y="1667129"/>
                    <a:pt x="111760" y="1666240"/>
                    <a:pt x="103378" y="1664716"/>
                  </a:cubicBezTo>
                  <a:cubicBezTo>
                    <a:pt x="94996" y="1663192"/>
                    <a:pt x="86995" y="1660652"/>
                    <a:pt x="79248" y="1657350"/>
                  </a:cubicBezTo>
                  <a:cubicBezTo>
                    <a:pt x="71501" y="1654048"/>
                    <a:pt x="64008" y="1650111"/>
                    <a:pt x="57023" y="1645412"/>
                  </a:cubicBezTo>
                  <a:cubicBezTo>
                    <a:pt x="50038" y="1640713"/>
                    <a:pt x="43561" y="1635379"/>
                    <a:pt x="37592" y="1629410"/>
                  </a:cubicBezTo>
                  <a:cubicBezTo>
                    <a:pt x="31623" y="1623441"/>
                    <a:pt x="26289" y="1616964"/>
                    <a:pt x="21590" y="1609979"/>
                  </a:cubicBezTo>
                  <a:cubicBezTo>
                    <a:pt x="16891" y="1602994"/>
                    <a:pt x="12954" y="1595501"/>
                    <a:pt x="9652" y="1587754"/>
                  </a:cubicBezTo>
                  <a:cubicBezTo>
                    <a:pt x="6350" y="1580007"/>
                    <a:pt x="3937" y="1571879"/>
                    <a:pt x="2286" y="1563624"/>
                  </a:cubicBezTo>
                  <a:cubicBezTo>
                    <a:pt x="635" y="1555369"/>
                    <a:pt x="0" y="1546733"/>
                    <a:pt x="0" y="1538351"/>
                  </a:cubicBezTo>
                </a:path>
              </a:pathLst>
            </a:custGeom>
            <a:solidFill>
              <a:srgbClr val="CEE6FD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234950" y="234950"/>
              <a:ext cx="514096" cy="514350"/>
            </a:xfrm>
            <a:custGeom>
              <a:avLst/>
              <a:gdLst/>
              <a:ahLst/>
              <a:cxnLst/>
              <a:rect r="r" b="b" t="t" l="l"/>
              <a:pathLst>
                <a:path h="514350" w="514096">
                  <a:moveTo>
                    <a:pt x="0" y="257175"/>
                  </a:moveTo>
                  <a:cubicBezTo>
                    <a:pt x="0" y="248793"/>
                    <a:pt x="381" y="240411"/>
                    <a:pt x="1270" y="231902"/>
                  </a:cubicBezTo>
                  <a:cubicBezTo>
                    <a:pt x="2159" y="223393"/>
                    <a:pt x="3302" y="215265"/>
                    <a:pt x="4953" y="206883"/>
                  </a:cubicBezTo>
                  <a:cubicBezTo>
                    <a:pt x="6604" y="198501"/>
                    <a:pt x="8636" y="190500"/>
                    <a:pt x="11049" y="182372"/>
                  </a:cubicBezTo>
                  <a:cubicBezTo>
                    <a:pt x="13462" y="174244"/>
                    <a:pt x="16383" y="166370"/>
                    <a:pt x="19558" y="158623"/>
                  </a:cubicBezTo>
                  <a:cubicBezTo>
                    <a:pt x="22733" y="150876"/>
                    <a:pt x="26416" y="143256"/>
                    <a:pt x="30353" y="135763"/>
                  </a:cubicBezTo>
                  <a:cubicBezTo>
                    <a:pt x="34290" y="128270"/>
                    <a:pt x="38608" y="121158"/>
                    <a:pt x="43307" y="114173"/>
                  </a:cubicBezTo>
                  <a:cubicBezTo>
                    <a:pt x="48006" y="107188"/>
                    <a:pt x="52959" y="100457"/>
                    <a:pt x="58293" y="93853"/>
                  </a:cubicBezTo>
                  <a:cubicBezTo>
                    <a:pt x="63627" y="87249"/>
                    <a:pt x="69342" y="81153"/>
                    <a:pt x="75184" y="75184"/>
                  </a:cubicBezTo>
                  <a:cubicBezTo>
                    <a:pt x="81026" y="69215"/>
                    <a:pt x="87376" y="63627"/>
                    <a:pt x="93853" y="58293"/>
                  </a:cubicBezTo>
                  <a:cubicBezTo>
                    <a:pt x="100330" y="52959"/>
                    <a:pt x="107061" y="47879"/>
                    <a:pt x="114173" y="43307"/>
                  </a:cubicBezTo>
                  <a:cubicBezTo>
                    <a:pt x="121285" y="38735"/>
                    <a:pt x="128397" y="34290"/>
                    <a:pt x="135763" y="30353"/>
                  </a:cubicBezTo>
                  <a:cubicBezTo>
                    <a:pt x="143129" y="26416"/>
                    <a:pt x="150749" y="22733"/>
                    <a:pt x="158623" y="19558"/>
                  </a:cubicBezTo>
                  <a:cubicBezTo>
                    <a:pt x="166497" y="16383"/>
                    <a:pt x="174371" y="13462"/>
                    <a:pt x="182372" y="11049"/>
                  </a:cubicBezTo>
                  <a:cubicBezTo>
                    <a:pt x="190373" y="8636"/>
                    <a:pt x="198628" y="6604"/>
                    <a:pt x="206883" y="4953"/>
                  </a:cubicBezTo>
                  <a:cubicBezTo>
                    <a:pt x="215138" y="3302"/>
                    <a:pt x="223520" y="2032"/>
                    <a:pt x="231902" y="1270"/>
                  </a:cubicBezTo>
                  <a:cubicBezTo>
                    <a:pt x="240284" y="508"/>
                    <a:pt x="248666" y="0"/>
                    <a:pt x="257048" y="0"/>
                  </a:cubicBezTo>
                  <a:cubicBezTo>
                    <a:pt x="265430" y="0"/>
                    <a:pt x="273939" y="381"/>
                    <a:pt x="282194" y="1270"/>
                  </a:cubicBezTo>
                  <a:cubicBezTo>
                    <a:pt x="290449" y="2159"/>
                    <a:pt x="298958" y="3302"/>
                    <a:pt x="307213" y="4953"/>
                  </a:cubicBezTo>
                  <a:cubicBezTo>
                    <a:pt x="315468" y="6604"/>
                    <a:pt x="323596" y="8636"/>
                    <a:pt x="331724" y="11049"/>
                  </a:cubicBezTo>
                  <a:cubicBezTo>
                    <a:pt x="339852" y="13462"/>
                    <a:pt x="347726" y="16383"/>
                    <a:pt x="355473" y="19558"/>
                  </a:cubicBezTo>
                  <a:cubicBezTo>
                    <a:pt x="363220" y="22733"/>
                    <a:pt x="370840" y="26416"/>
                    <a:pt x="378333" y="30353"/>
                  </a:cubicBezTo>
                  <a:cubicBezTo>
                    <a:pt x="385826" y="34290"/>
                    <a:pt x="392938" y="38608"/>
                    <a:pt x="399923" y="43307"/>
                  </a:cubicBezTo>
                  <a:cubicBezTo>
                    <a:pt x="406908" y="48006"/>
                    <a:pt x="413639" y="52959"/>
                    <a:pt x="420243" y="58293"/>
                  </a:cubicBezTo>
                  <a:cubicBezTo>
                    <a:pt x="426847" y="63627"/>
                    <a:pt x="432943" y="69215"/>
                    <a:pt x="438912" y="75184"/>
                  </a:cubicBezTo>
                  <a:cubicBezTo>
                    <a:pt x="444881" y="81153"/>
                    <a:pt x="450469" y="87376"/>
                    <a:pt x="455803" y="93853"/>
                  </a:cubicBezTo>
                  <a:cubicBezTo>
                    <a:pt x="461137" y="100330"/>
                    <a:pt x="466217" y="107061"/>
                    <a:pt x="470789" y="114173"/>
                  </a:cubicBezTo>
                  <a:cubicBezTo>
                    <a:pt x="475361" y="121285"/>
                    <a:pt x="479806" y="128397"/>
                    <a:pt x="483743" y="135763"/>
                  </a:cubicBezTo>
                  <a:cubicBezTo>
                    <a:pt x="487680" y="143129"/>
                    <a:pt x="491363" y="150749"/>
                    <a:pt x="494538" y="158623"/>
                  </a:cubicBezTo>
                  <a:cubicBezTo>
                    <a:pt x="497713" y="166497"/>
                    <a:pt x="500634" y="174371"/>
                    <a:pt x="503047" y="182372"/>
                  </a:cubicBezTo>
                  <a:cubicBezTo>
                    <a:pt x="505460" y="190373"/>
                    <a:pt x="507492" y="198628"/>
                    <a:pt x="509143" y="206883"/>
                  </a:cubicBezTo>
                  <a:cubicBezTo>
                    <a:pt x="510794" y="215138"/>
                    <a:pt x="512064" y="223520"/>
                    <a:pt x="512826" y="231902"/>
                  </a:cubicBezTo>
                  <a:cubicBezTo>
                    <a:pt x="513588" y="240284"/>
                    <a:pt x="514096" y="248666"/>
                    <a:pt x="514096" y="257175"/>
                  </a:cubicBezTo>
                  <a:cubicBezTo>
                    <a:pt x="514096" y="265684"/>
                    <a:pt x="513715" y="273939"/>
                    <a:pt x="512826" y="282321"/>
                  </a:cubicBezTo>
                  <a:cubicBezTo>
                    <a:pt x="511937" y="290703"/>
                    <a:pt x="510794" y="299085"/>
                    <a:pt x="509143" y="307340"/>
                  </a:cubicBezTo>
                  <a:cubicBezTo>
                    <a:pt x="507492" y="315595"/>
                    <a:pt x="505460" y="323723"/>
                    <a:pt x="503047" y="331851"/>
                  </a:cubicBezTo>
                  <a:cubicBezTo>
                    <a:pt x="500634" y="339979"/>
                    <a:pt x="497713" y="347853"/>
                    <a:pt x="494538" y="355600"/>
                  </a:cubicBezTo>
                  <a:cubicBezTo>
                    <a:pt x="491363" y="363347"/>
                    <a:pt x="487680" y="370967"/>
                    <a:pt x="483743" y="378460"/>
                  </a:cubicBezTo>
                  <a:cubicBezTo>
                    <a:pt x="479806" y="385953"/>
                    <a:pt x="475488" y="393065"/>
                    <a:pt x="470789" y="400050"/>
                  </a:cubicBezTo>
                  <a:cubicBezTo>
                    <a:pt x="466090" y="407035"/>
                    <a:pt x="461137" y="413766"/>
                    <a:pt x="455803" y="420370"/>
                  </a:cubicBezTo>
                  <a:cubicBezTo>
                    <a:pt x="450469" y="426974"/>
                    <a:pt x="444754" y="433070"/>
                    <a:pt x="438912" y="439039"/>
                  </a:cubicBezTo>
                  <a:cubicBezTo>
                    <a:pt x="433070" y="445008"/>
                    <a:pt x="426720" y="450596"/>
                    <a:pt x="420243" y="456057"/>
                  </a:cubicBezTo>
                  <a:cubicBezTo>
                    <a:pt x="413766" y="461518"/>
                    <a:pt x="407035" y="466344"/>
                    <a:pt x="399923" y="471043"/>
                  </a:cubicBezTo>
                  <a:cubicBezTo>
                    <a:pt x="392811" y="475742"/>
                    <a:pt x="385699" y="480060"/>
                    <a:pt x="378333" y="483997"/>
                  </a:cubicBezTo>
                  <a:cubicBezTo>
                    <a:pt x="370967" y="487934"/>
                    <a:pt x="363347" y="491617"/>
                    <a:pt x="355473" y="494792"/>
                  </a:cubicBezTo>
                  <a:cubicBezTo>
                    <a:pt x="347599" y="497967"/>
                    <a:pt x="339725" y="500888"/>
                    <a:pt x="331724" y="503301"/>
                  </a:cubicBezTo>
                  <a:cubicBezTo>
                    <a:pt x="323723" y="505714"/>
                    <a:pt x="315468" y="507746"/>
                    <a:pt x="307213" y="509397"/>
                  </a:cubicBezTo>
                  <a:cubicBezTo>
                    <a:pt x="298958" y="511048"/>
                    <a:pt x="290576" y="512318"/>
                    <a:pt x="282194" y="513080"/>
                  </a:cubicBezTo>
                  <a:cubicBezTo>
                    <a:pt x="273812" y="513842"/>
                    <a:pt x="265430" y="514350"/>
                    <a:pt x="257048" y="514350"/>
                  </a:cubicBezTo>
                  <a:cubicBezTo>
                    <a:pt x="248666" y="514350"/>
                    <a:pt x="240284" y="513969"/>
                    <a:pt x="231902" y="513080"/>
                  </a:cubicBezTo>
                  <a:cubicBezTo>
                    <a:pt x="223520" y="512191"/>
                    <a:pt x="215138" y="511048"/>
                    <a:pt x="206883" y="509397"/>
                  </a:cubicBezTo>
                  <a:cubicBezTo>
                    <a:pt x="198628" y="507746"/>
                    <a:pt x="190500" y="505714"/>
                    <a:pt x="182372" y="503301"/>
                  </a:cubicBezTo>
                  <a:cubicBezTo>
                    <a:pt x="174244" y="500888"/>
                    <a:pt x="166370" y="497967"/>
                    <a:pt x="158623" y="494792"/>
                  </a:cubicBezTo>
                  <a:cubicBezTo>
                    <a:pt x="150876" y="491617"/>
                    <a:pt x="143256" y="487934"/>
                    <a:pt x="135763" y="483997"/>
                  </a:cubicBezTo>
                  <a:cubicBezTo>
                    <a:pt x="128270" y="480060"/>
                    <a:pt x="121158" y="475742"/>
                    <a:pt x="114173" y="471043"/>
                  </a:cubicBezTo>
                  <a:cubicBezTo>
                    <a:pt x="107188" y="466344"/>
                    <a:pt x="100457" y="461391"/>
                    <a:pt x="93853" y="456057"/>
                  </a:cubicBezTo>
                  <a:cubicBezTo>
                    <a:pt x="87249" y="450723"/>
                    <a:pt x="81153" y="445008"/>
                    <a:pt x="75184" y="439039"/>
                  </a:cubicBezTo>
                  <a:cubicBezTo>
                    <a:pt x="69215" y="433070"/>
                    <a:pt x="63627" y="426847"/>
                    <a:pt x="58293" y="420370"/>
                  </a:cubicBezTo>
                  <a:cubicBezTo>
                    <a:pt x="52959" y="413893"/>
                    <a:pt x="47879" y="407162"/>
                    <a:pt x="43307" y="400050"/>
                  </a:cubicBezTo>
                  <a:cubicBezTo>
                    <a:pt x="38735" y="392938"/>
                    <a:pt x="34290" y="385826"/>
                    <a:pt x="30353" y="378460"/>
                  </a:cubicBezTo>
                  <a:cubicBezTo>
                    <a:pt x="26416" y="371094"/>
                    <a:pt x="22733" y="363474"/>
                    <a:pt x="19558" y="355600"/>
                  </a:cubicBezTo>
                  <a:cubicBezTo>
                    <a:pt x="16383" y="347726"/>
                    <a:pt x="13462" y="339852"/>
                    <a:pt x="11049" y="331851"/>
                  </a:cubicBezTo>
                  <a:cubicBezTo>
                    <a:pt x="8636" y="323850"/>
                    <a:pt x="6604" y="315595"/>
                    <a:pt x="4953" y="307340"/>
                  </a:cubicBezTo>
                  <a:cubicBezTo>
                    <a:pt x="3302" y="299085"/>
                    <a:pt x="2032" y="290703"/>
                    <a:pt x="1270" y="282321"/>
                  </a:cubicBezTo>
                  <a:cubicBezTo>
                    <a:pt x="508" y="273939"/>
                    <a:pt x="0" y="265557"/>
                    <a:pt x="0" y="257175"/>
                  </a:cubicBezTo>
                </a:path>
              </a:pathLst>
            </a:custGeom>
            <a:solidFill>
              <a:srgbClr val="84C1FA"/>
            </a:solidFill>
          </p:spPr>
        </p:sp>
        <p:sp>
          <p:nvSpPr>
            <p:cNvPr name="Freeform 38" id="38"/>
            <p:cNvSpPr/>
            <p:nvPr/>
          </p:nvSpPr>
          <p:spPr>
            <a:xfrm flipH="false" flipV="false" rot="0">
              <a:off x="492691" y="363278"/>
              <a:ext cx="40143" cy="107072"/>
            </a:xfrm>
            <a:custGeom>
              <a:avLst/>
              <a:gdLst/>
              <a:ahLst/>
              <a:cxnLst/>
              <a:rect r="r" b="b" t="t" l="l"/>
              <a:pathLst>
                <a:path h="107072" w="40143">
                  <a:moveTo>
                    <a:pt x="39947" y="6546"/>
                  </a:moveTo>
                  <a:lnTo>
                    <a:pt x="9975" y="103447"/>
                  </a:lnTo>
                  <a:cubicBezTo>
                    <a:pt x="9086" y="106114"/>
                    <a:pt x="6292" y="107638"/>
                    <a:pt x="3625" y="106876"/>
                  </a:cubicBezTo>
                  <a:cubicBezTo>
                    <a:pt x="958" y="106114"/>
                    <a:pt x="-566" y="103193"/>
                    <a:pt x="196" y="100526"/>
                  </a:cubicBezTo>
                  <a:lnTo>
                    <a:pt x="30168" y="3625"/>
                  </a:lnTo>
                  <a:cubicBezTo>
                    <a:pt x="31057" y="958"/>
                    <a:pt x="33851" y="-566"/>
                    <a:pt x="36518" y="196"/>
                  </a:cubicBezTo>
                  <a:cubicBezTo>
                    <a:pt x="39185" y="958"/>
                    <a:pt x="40709" y="3879"/>
                    <a:pt x="39947" y="6546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39" id="39"/>
            <p:cNvSpPr/>
            <p:nvPr/>
          </p:nvSpPr>
          <p:spPr>
            <a:xfrm flipH="false" flipV="false" rot="0">
              <a:off x="492633" y="460121"/>
              <a:ext cx="71628" cy="10414"/>
            </a:xfrm>
            <a:custGeom>
              <a:avLst/>
              <a:gdLst/>
              <a:ahLst/>
              <a:cxnLst/>
              <a:rect r="r" b="b" t="t" l="l"/>
              <a:pathLst>
                <a:path h="10414" w="71628">
                  <a:moveTo>
                    <a:pt x="66548" y="10414"/>
                  </a:moveTo>
                  <a:lnTo>
                    <a:pt x="5080" y="10160"/>
                  </a:lnTo>
                  <a:cubicBezTo>
                    <a:pt x="2286" y="10160"/>
                    <a:pt x="0" y="7874"/>
                    <a:pt x="0" y="5080"/>
                  </a:cubicBezTo>
                  <a:cubicBezTo>
                    <a:pt x="0" y="2286"/>
                    <a:pt x="2286" y="0"/>
                    <a:pt x="5080" y="0"/>
                  </a:cubicBezTo>
                  <a:lnTo>
                    <a:pt x="66548" y="254"/>
                  </a:lnTo>
                  <a:cubicBezTo>
                    <a:pt x="69342" y="254"/>
                    <a:pt x="71628" y="2540"/>
                    <a:pt x="71628" y="5334"/>
                  </a:cubicBezTo>
                  <a:cubicBezTo>
                    <a:pt x="71628" y="8128"/>
                    <a:pt x="69342" y="10414"/>
                    <a:pt x="66548" y="10414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450749" y="460274"/>
              <a:ext cx="113612" cy="144600"/>
            </a:xfrm>
            <a:custGeom>
              <a:avLst/>
              <a:gdLst/>
              <a:ahLst/>
              <a:cxnLst/>
              <a:rect r="r" b="b" t="t" l="l"/>
              <a:pathLst>
                <a:path h="144600" w="113612">
                  <a:moveTo>
                    <a:pt x="112496" y="8229"/>
                  </a:moveTo>
                  <a:lnTo>
                    <a:pt x="9245" y="142595"/>
                  </a:lnTo>
                  <a:cubicBezTo>
                    <a:pt x="7467" y="144881"/>
                    <a:pt x="4292" y="145262"/>
                    <a:pt x="2006" y="143484"/>
                  </a:cubicBezTo>
                  <a:cubicBezTo>
                    <a:pt x="-280" y="141706"/>
                    <a:pt x="-661" y="138531"/>
                    <a:pt x="1117" y="136245"/>
                  </a:cubicBezTo>
                  <a:lnTo>
                    <a:pt x="104368" y="2006"/>
                  </a:lnTo>
                  <a:cubicBezTo>
                    <a:pt x="106146" y="-280"/>
                    <a:pt x="109321" y="-661"/>
                    <a:pt x="111607" y="1117"/>
                  </a:cubicBezTo>
                  <a:cubicBezTo>
                    <a:pt x="113893" y="2895"/>
                    <a:pt x="114274" y="6070"/>
                    <a:pt x="112496" y="8356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41" id="41"/>
            <p:cNvSpPr/>
            <p:nvPr/>
          </p:nvSpPr>
          <p:spPr>
            <a:xfrm flipH="false" flipV="false" rot="0">
              <a:off x="450723" y="489204"/>
              <a:ext cx="44323" cy="115697"/>
            </a:xfrm>
            <a:custGeom>
              <a:avLst/>
              <a:gdLst/>
              <a:ahLst/>
              <a:cxnLst/>
              <a:rect r="r" b="b" t="t" l="l"/>
              <a:pathLst>
                <a:path h="115697" w="44323">
                  <a:moveTo>
                    <a:pt x="44069" y="6731"/>
                  </a:moveTo>
                  <a:lnTo>
                    <a:pt x="10033" y="112141"/>
                  </a:lnTo>
                  <a:cubicBezTo>
                    <a:pt x="9144" y="114808"/>
                    <a:pt x="6223" y="116332"/>
                    <a:pt x="3556" y="115443"/>
                  </a:cubicBezTo>
                  <a:cubicBezTo>
                    <a:pt x="889" y="114554"/>
                    <a:pt x="-635" y="111633"/>
                    <a:pt x="254" y="108966"/>
                  </a:cubicBezTo>
                  <a:lnTo>
                    <a:pt x="34290" y="3556"/>
                  </a:lnTo>
                  <a:cubicBezTo>
                    <a:pt x="35179" y="889"/>
                    <a:pt x="38100" y="-635"/>
                    <a:pt x="40767" y="254"/>
                  </a:cubicBezTo>
                  <a:cubicBezTo>
                    <a:pt x="43434" y="1143"/>
                    <a:pt x="44958" y="4064"/>
                    <a:pt x="44069" y="6731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42" id="42"/>
            <p:cNvSpPr/>
            <p:nvPr/>
          </p:nvSpPr>
          <p:spPr>
            <a:xfrm flipH="false" flipV="false" rot="0">
              <a:off x="422783" y="488442"/>
              <a:ext cx="72390" cy="11049"/>
            </a:xfrm>
            <a:custGeom>
              <a:avLst/>
              <a:gdLst/>
              <a:ahLst/>
              <a:cxnLst/>
              <a:rect r="r" b="b" t="t" l="l"/>
              <a:pathLst>
                <a:path h="11049" w="72390">
                  <a:moveTo>
                    <a:pt x="67183" y="11049"/>
                  </a:moveTo>
                  <a:lnTo>
                    <a:pt x="5080" y="10287"/>
                  </a:lnTo>
                  <a:cubicBezTo>
                    <a:pt x="2286" y="10287"/>
                    <a:pt x="0" y="7874"/>
                    <a:pt x="0" y="5080"/>
                  </a:cubicBezTo>
                  <a:cubicBezTo>
                    <a:pt x="0" y="2286"/>
                    <a:pt x="2413" y="0"/>
                    <a:pt x="5207" y="0"/>
                  </a:cubicBezTo>
                  <a:lnTo>
                    <a:pt x="67310" y="762"/>
                  </a:lnTo>
                  <a:cubicBezTo>
                    <a:pt x="70104" y="762"/>
                    <a:pt x="72390" y="3175"/>
                    <a:pt x="72390" y="5969"/>
                  </a:cubicBezTo>
                  <a:cubicBezTo>
                    <a:pt x="72390" y="8763"/>
                    <a:pt x="69977" y="11049"/>
                    <a:pt x="67183" y="11049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422759" y="363110"/>
              <a:ext cx="110157" cy="135603"/>
            </a:xfrm>
            <a:custGeom>
              <a:avLst/>
              <a:gdLst/>
              <a:ahLst/>
              <a:cxnLst/>
              <a:rect r="r" b="b" t="t" l="l"/>
              <a:pathLst>
                <a:path h="135603" w="110157">
                  <a:moveTo>
                    <a:pt x="108990" y="8365"/>
                  </a:moveTo>
                  <a:lnTo>
                    <a:pt x="9168" y="133714"/>
                  </a:lnTo>
                  <a:cubicBezTo>
                    <a:pt x="7390" y="135873"/>
                    <a:pt x="4215" y="136254"/>
                    <a:pt x="1929" y="134476"/>
                  </a:cubicBezTo>
                  <a:cubicBezTo>
                    <a:pt x="-357" y="132698"/>
                    <a:pt x="-611" y="129523"/>
                    <a:pt x="1167" y="127237"/>
                  </a:cubicBezTo>
                  <a:lnTo>
                    <a:pt x="100989" y="1888"/>
                  </a:lnTo>
                  <a:cubicBezTo>
                    <a:pt x="102767" y="-271"/>
                    <a:pt x="105942" y="-652"/>
                    <a:pt x="108228" y="1126"/>
                  </a:cubicBezTo>
                  <a:cubicBezTo>
                    <a:pt x="110514" y="2904"/>
                    <a:pt x="110768" y="6079"/>
                    <a:pt x="108990" y="8365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6140455" y="2459481"/>
            <a:ext cx="4267001" cy="2945084"/>
            <a:chOff x="0" y="0"/>
            <a:chExt cx="3013075" cy="2079625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63246" y="63500"/>
              <a:ext cx="2886456" cy="1952752"/>
            </a:xfrm>
            <a:custGeom>
              <a:avLst/>
              <a:gdLst/>
              <a:ahLst/>
              <a:cxnLst/>
              <a:rect r="r" b="b" t="t" l="l"/>
              <a:pathLst>
                <a:path h="1952752" w="2886456">
                  <a:moveTo>
                    <a:pt x="254" y="1823974"/>
                  </a:moveTo>
                  <a:lnTo>
                    <a:pt x="254" y="128524"/>
                  </a:lnTo>
                  <a:cubicBezTo>
                    <a:pt x="254" y="120015"/>
                    <a:pt x="1143" y="111760"/>
                    <a:pt x="2794" y="103378"/>
                  </a:cubicBezTo>
                  <a:cubicBezTo>
                    <a:pt x="4445" y="94996"/>
                    <a:pt x="6858" y="87122"/>
                    <a:pt x="10160" y="79248"/>
                  </a:cubicBezTo>
                  <a:cubicBezTo>
                    <a:pt x="13462" y="71374"/>
                    <a:pt x="17399" y="64008"/>
                    <a:pt x="22098" y="57023"/>
                  </a:cubicBezTo>
                  <a:cubicBezTo>
                    <a:pt x="26797" y="50038"/>
                    <a:pt x="32131" y="43561"/>
                    <a:pt x="38100" y="37592"/>
                  </a:cubicBezTo>
                  <a:cubicBezTo>
                    <a:pt x="44069" y="31623"/>
                    <a:pt x="50546" y="26289"/>
                    <a:pt x="57531" y="21590"/>
                  </a:cubicBezTo>
                  <a:cubicBezTo>
                    <a:pt x="64516" y="16891"/>
                    <a:pt x="72009" y="12954"/>
                    <a:pt x="79756" y="9779"/>
                  </a:cubicBezTo>
                  <a:cubicBezTo>
                    <a:pt x="87503" y="6604"/>
                    <a:pt x="95631" y="4064"/>
                    <a:pt x="103886" y="2413"/>
                  </a:cubicBezTo>
                  <a:cubicBezTo>
                    <a:pt x="112141" y="762"/>
                    <a:pt x="120396" y="0"/>
                    <a:pt x="128778" y="0"/>
                  </a:cubicBezTo>
                  <a:lnTo>
                    <a:pt x="2757678" y="0"/>
                  </a:lnTo>
                  <a:cubicBezTo>
                    <a:pt x="2766187" y="0"/>
                    <a:pt x="2774442" y="889"/>
                    <a:pt x="2782824" y="2540"/>
                  </a:cubicBezTo>
                  <a:cubicBezTo>
                    <a:pt x="2791206" y="4191"/>
                    <a:pt x="2799207" y="6604"/>
                    <a:pt x="2806954" y="9906"/>
                  </a:cubicBezTo>
                  <a:cubicBezTo>
                    <a:pt x="2814701" y="13208"/>
                    <a:pt x="2822194" y="17145"/>
                    <a:pt x="2829179" y="21717"/>
                  </a:cubicBezTo>
                  <a:cubicBezTo>
                    <a:pt x="2836164" y="26289"/>
                    <a:pt x="2842641" y="31750"/>
                    <a:pt x="2848610" y="37719"/>
                  </a:cubicBezTo>
                  <a:cubicBezTo>
                    <a:pt x="2854579" y="43688"/>
                    <a:pt x="2859913" y="50165"/>
                    <a:pt x="2864612" y="57150"/>
                  </a:cubicBezTo>
                  <a:cubicBezTo>
                    <a:pt x="2869311" y="64135"/>
                    <a:pt x="2873248" y="71628"/>
                    <a:pt x="2876550" y="79375"/>
                  </a:cubicBezTo>
                  <a:cubicBezTo>
                    <a:pt x="2879852" y="87122"/>
                    <a:pt x="2882265" y="95250"/>
                    <a:pt x="2883916" y="103505"/>
                  </a:cubicBezTo>
                  <a:cubicBezTo>
                    <a:pt x="2885567" y="111760"/>
                    <a:pt x="2886456" y="120142"/>
                    <a:pt x="2886456" y="128651"/>
                  </a:cubicBezTo>
                  <a:lnTo>
                    <a:pt x="2886456" y="1824101"/>
                  </a:lnTo>
                  <a:cubicBezTo>
                    <a:pt x="2886456" y="1832610"/>
                    <a:pt x="2885567" y="1840865"/>
                    <a:pt x="2883916" y="1849247"/>
                  </a:cubicBezTo>
                  <a:cubicBezTo>
                    <a:pt x="2882265" y="1857629"/>
                    <a:pt x="2879852" y="1865630"/>
                    <a:pt x="2876550" y="1873377"/>
                  </a:cubicBezTo>
                  <a:cubicBezTo>
                    <a:pt x="2873248" y="1881124"/>
                    <a:pt x="2869311" y="1888617"/>
                    <a:pt x="2864612" y="1895602"/>
                  </a:cubicBezTo>
                  <a:cubicBezTo>
                    <a:pt x="2859913" y="1902587"/>
                    <a:pt x="2854579" y="1909191"/>
                    <a:pt x="2848610" y="1915033"/>
                  </a:cubicBezTo>
                  <a:cubicBezTo>
                    <a:pt x="2842641" y="1920875"/>
                    <a:pt x="2836164" y="1926336"/>
                    <a:pt x="2829179" y="1931035"/>
                  </a:cubicBezTo>
                  <a:cubicBezTo>
                    <a:pt x="2822194" y="1935734"/>
                    <a:pt x="2814701" y="1939671"/>
                    <a:pt x="2806954" y="1942973"/>
                  </a:cubicBezTo>
                  <a:cubicBezTo>
                    <a:pt x="2799207" y="1946275"/>
                    <a:pt x="2791079" y="1948688"/>
                    <a:pt x="2782824" y="1950339"/>
                  </a:cubicBezTo>
                  <a:cubicBezTo>
                    <a:pt x="2774569" y="1951990"/>
                    <a:pt x="2766187" y="1952752"/>
                    <a:pt x="2757678" y="1952752"/>
                  </a:cubicBezTo>
                  <a:lnTo>
                    <a:pt x="128778" y="1952752"/>
                  </a:lnTo>
                  <a:cubicBezTo>
                    <a:pt x="120396" y="1952752"/>
                    <a:pt x="112014" y="1951863"/>
                    <a:pt x="103632" y="1950339"/>
                  </a:cubicBezTo>
                  <a:cubicBezTo>
                    <a:pt x="95250" y="1948815"/>
                    <a:pt x="87249" y="1946275"/>
                    <a:pt x="79502" y="1942973"/>
                  </a:cubicBezTo>
                  <a:cubicBezTo>
                    <a:pt x="71755" y="1939671"/>
                    <a:pt x="64262" y="1935734"/>
                    <a:pt x="57277" y="1931035"/>
                  </a:cubicBezTo>
                  <a:cubicBezTo>
                    <a:pt x="50292" y="1926336"/>
                    <a:pt x="43815" y="1921002"/>
                    <a:pt x="37846" y="1915033"/>
                  </a:cubicBezTo>
                  <a:cubicBezTo>
                    <a:pt x="31877" y="1909064"/>
                    <a:pt x="26543" y="1902587"/>
                    <a:pt x="21844" y="1895602"/>
                  </a:cubicBezTo>
                  <a:cubicBezTo>
                    <a:pt x="17145" y="1888617"/>
                    <a:pt x="13208" y="1881124"/>
                    <a:pt x="9906" y="1873377"/>
                  </a:cubicBezTo>
                  <a:cubicBezTo>
                    <a:pt x="6604" y="1865630"/>
                    <a:pt x="4191" y="1857502"/>
                    <a:pt x="2540" y="1849247"/>
                  </a:cubicBezTo>
                  <a:cubicBezTo>
                    <a:pt x="889" y="1840992"/>
                    <a:pt x="0" y="1832610"/>
                    <a:pt x="0" y="1824101"/>
                  </a:cubicBezTo>
                </a:path>
              </a:pathLst>
            </a:custGeom>
            <a:solidFill>
              <a:srgbClr val="CEE6FD"/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234950" y="235077"/>
              <a:ext cx="514350" cy="514223"/>
            </a:xfrm>
            <a:custGeom>
              <a:avLst/>
              <a:gdLst/>
              <a:ahLst/>
              <a:cxnLst/>
              <a:rect r="r" b="b" t="t" l="l"/>
              <a:pathLst>
                <a:path h="514223" w="514350">
                  <a:moveTo>
                    <a:pt x="0" y="257048"/>
                  </a:moveTo>
                  <a:cubicBezTo>
                    <a:pt x="0" y="248666"/>
                    <a:pt x="381" y="240284"/>
                    <a:pt x="1270" y="231902"/>
                  </a:cubicBezTo>
                  <a:cubicBezTo>
                    <a:pt x="2159" y="223520"/>
                    <a:pt x="3302" y="215138"/>
                    <a:pt x="4953" y="206883"/>
                  </a:cubicBezTo>
                  <a:cubicBezTo>
                    <a:pt x="6604" y="198628"/>
                    <a:pt x="8636" y="190500"/>
                    <a:pt x="11049" y="182372"/>
                  </a:cubicBezTo>
                  <a:cubicBezTo>
                    <a:pt x="13462" y="174244"/>
                    <a:pt x="16383" y="166370"/>
                    <a:pt x="19558" y="158623"/>
                  </a:cubicBezTo>
                  <a:cubicBezTo>
                    <a:pt x="22733" y="150876"/>
                    <a:pt x="26416" y="143256"/>
                    <a:pt x="30353" y="135763"/>
                  </a:cubicBezTo>
                  <a:cubicBezTo>
                    <a:pt x="34290" y="128270"/>
                    <a:pt x="38608" y="121158"/>
                    <a:pt x="43307" y="114173"/>
                  </a:cubicBezTo>
                  <a:cubicBezTo>
                    <a:pt x="48006" y="107188"/>
                    <a:pt x="52959" y="100457"/>
                    <a:pt x="58293" y="93853"/>
                  </a:cubicBezTo>
                  <a:cubicBezTo>
                    <a:pt x="63627" y="87249"/>
                    <a:pt x="69342" y="81153"/>
                    <a:pt x="75184" y="75184"/>
                  </a:cubicBezTo>
                  <a:cubicBezTo>
                    <a:pt x="81026" y="69215"/>
                    <a:pt x="87376" y="63627"/>
                    <a:pt x="93853" y="58293"/>
                  </a:cubicBezTo>
                  <a:cubicBezTo>
                    <a:pt x="100330" y="52959"/>
                    <a:pt x="107061" y="47879"/>
                    <a:pt x="114173" y="43307"/>
                  </a:cubicBezTo>
                  <a:cubicBezTo>
                    <a:pt x="121285" y="38735"/>
                    <a:pt x="128397" y="34290"/>
                    <a:pt x="135763" y="30353"/>
                  </a:cubicBezTo>
                  <a:cubicBezTo>
                    <a:pt x="143129" y="26416"/>
                    <a:pt x="150749" y="22733"/>
                    <a:pt x="158623" y="19558"/>
                  </a:cubicBezTo>
                  <a:cubicBezTo>
                    <a:pt x="166497" y="16383"/>
                    <a:pt x="174371" y="13462"/>
                    <a:pt x="182372" y="11049"/>
                  </a:cubicBezTo>
                  <a:cubicBezTo>
                    <a:pt x="190373" y="8636"/>
                    <a:pt x="198628" y="6604"/>
                    <a:pt x="206883" y="4953"/>
                  </a:cubicBezTo>
                  <a:cubicBezTo>
                    <a:pt x="215138" y="3302"/>
                    <a:pt x="223520" y="2032"/>
                    <a:pt x="231902" y="1270"/>
                  </a:cubicBezTo>
                  <a:cubicBezTo>
                    <a:pt x="240284" y="508"/>
                    <a:pt x="248666" y="0"/>
                    <a:pt x="257175" y="0"/>
                  </a:cubicBezTo>
                  <a:cubicBezTo>
                    <a:pt x="265684" y="0"/>
                    <a:pt x="274066" y="381"/>
                    <a:pt x="282448" y="1270"/>
                  </a:cubicBezTo>
                  <a:cubicBezTo>
                    <a:pt x="290830" y="2159"/>
                    <a:pt x="299212" y="3302"/>
                    <a:pt x="307340" y="4953"/>
                  </a:cubicBezTo>
                  <a:cubicBezTo>
                    <a:pt x="315468" y="6604"/>
                    <a:pt x="323723" y="8636"/>
                    <a:pt x="331851" y="11049"/>
                  </a:cubicBezTo>
                  <a:cubicBezTo>
                    <a:pt x="339979" y="13462"/>
                    <a:pt x="347853" y="16383"/>
                    <a:pt x="355600" y="19558"/>
                  </a:cubicBezTo>
                  <a:cubicBezTo>
                    <a:pt x="363347" y="22733"/>
                    <a:pt x="370967" y="26416"/>
                    <a:pt x="378460" y="30353"/>
                  </a:cubicBezTo>
                  <a:cubicBezTo>
                    <a:pt x="385953" y="34290"/>
                    <a:pt x="393065" y="38608"/>
                    <a:pt x="400050" y="43307"/>
                  </a:cubicBezTo>
                  <a:cubicBezTo>
                    <a:pt x="407035" y="48006"/>
                    <a:pt x="413766" y="52959"/>
                    <a:pt x="420370" y="58293"/>
                  </a:cubicBezTo>
                  <a:cubicBezTo>
                    <a:pt x="426974" y="63627"/>
                    <a:pt x="433070" y="69215"/>
                    <a:pt x="439039" y="75184"/>
                  </a:cubicBezTo>
                  <a:cubicBezTo>
                    <a:pt x="445008" y="81153"/>
                    <a:pt x="450596" y="87376"/>
                    <a:pt x="456057" y="93853"/>
                  </a:cubicBezTo>
                  <a:cubicBezTo>
                    <a:pt x="461518" y="100330"/>
                    <a:pt x="466344" y="107061"/>
                    <a:pt x="471043" y="114173"/>
                  </a:cubicBezTo>
                  <a:cubicBezTo>
                    <a:pt x="475742" y="121285"/>
                    <a:pt x="480060" y="128397"/>
                    <a:pt x="483997" y="135763"/>
                  </a:cubicBezTo>
                  <a:cubicBezTo>
                    <a:pt x="487934" y="143129"/>
                    <a:pt x="491617" y="150749"/>
                    <a:pt x="494792" y="158623"/>
                  </a:cubicBezTo>
                  <a:cubicBezTo>
                    <a:pt x="497967" y="166497"/>
                    <a:pt x="500888" y="174371"/>
                    <a:pt x="503301" y="182372"/>
                  </a:cubicBezTo>
                  <a:cubicBezTo>
                    <a:pt x="505714" y="190373"/>
                    <a:pt x="507746" y="198628"/>
                    <a:pt x="509397" y="206883"/>
                  </a:cubicBezTo>
                  <a:cubicBezTo>
                    <a:pt x="511048" y="215138"/>
                    <a:pt x="512318" y="223520"/>
                    <a:pt x="513080" y="231902"/>
                  </a:cubicBezTo>
                  <a:cubicBezTo>
                    <a:pt x="513842" y="240284"/>
                    <a:pt x="514350" y="248666"/>
                    <a:pt x="514350" y="257048"/>
                  </a:cubicBezTo>
                  <a:cubicBezTo>
                    <a:pt x="514350" y="265430"/>
                    <a:pt x="513969" y="273939"/>
                    <a:pt x="513080" y="282194"/>
                  </a:cubicBezTo>
                  <a:cubicBezTo>
                    <a:pt x="512191" y="290449"/>
                    <a:pt x="511048" y="298958"/>
                    <a:pt x="509397" y="307213"/>
                  </a:cubicBezTo>
                  <a:cubicBezTo>
                    <a:pt x="507746" y="315468"/>
                    <a:pt x="505714" y="323596"/>
                    <a:pt x="503301" y="331724"/>
                  </a:cubicBezTo>
                  <a:cubicBezTo>
                    <a:pt x="500888" y="339852"/>
                    <a:pt x="497967" y="347726"/>
                    <a:pt x="494792" y="355473"/>
                  </a:cubicBezTo>
                  <a:cubicBezTo>
                    <a:pt x="491617" y="363220"/>
                    <a:pt x="487934" y="370840"/>
                    <a:pt x="483997" y="378333"/>
                  </a:cubicBezTo>
                  <a:cubicBezTo>
                    <a:pt x="480060" y="385826"/>
                    <a:pt x="475742" y="392938"/>
                    <a:pt x="471043" y="399923"/>
                  </a:cubicBezTo>
                  <a:cubicBezTo>
                    <a:pt x="466344" y="406908"/>
                    <a:pt x="461391" y="413639"/>
                    <a:pt x="456057" y="420243"/>
                  </a:cubicBezTo>
                  <a:cubicBezTo>
                    <a:pt x="450723" y="426847"/>
                    <a:pt x="445008" y="432943"/>
                    <a:pt x="439039" y="438912"/>
                  </a:cubicBezTo>
                  <a:cubicBezTo>
                    <a:pt x="433070" y="444881"/>
                    <a:pt x="426847" y="450469"/>
                    <a:pt x="420370" y="455930"/>
                  </a:cubicBezTo>
                  <a:cubicBezTo>
                    <a:pt x="413893" y="461391"/>
                    <a:pt x="407162" y="466217"/>
                    <a:pt x="400050" y="470916"/>
                  </a:cubicBezTo>
                  <a:cubicBezTo>
                    <a:pt x="392938" y="475615"/>
                    <a:pt x="385826" y="479933"/>
                    <a:pt x="378460" y="483870"/>
                  </a:cubicBezTo>
                  <a:cubicBezTo>
                    <a:pt x="371094" y="487807"/>
                    <a:pt x="363474" y="491490"/>
                    <a:pt x="355600" y="494665"/>
                  </a:cubicBezTo>
                  <a:cubicBezTo>
                    <a:pt x="347726" y="497840"/>
                    <a:pt x="339852" y="500761"/>
                    <a:pt x="331851" y="503174"/>
                  </a:cubicBezTo>
                  <a:cubicBezTo>
                    <a:pt x="323850" y="505587"/>
                    <a:pt x="315595" y="507619"/>
                    <a:pt x="307340" y="509270"/>
                  </a:cubicBezTo>
                  <a:cubicBezTo>
                    <a:pt x="299085" y="510921"/>
                    <a:pt x="290703" y="512191"/>
                    <a:pt x="282448" y="512953"/>
                  </a:cubicBezTo>
                  <a:cubicBezTo>
                    <a:pt x="274193" y="513715"/>
                    <a:pt x="265684" y="514223"/>
                    <a:pt x="257175" y="514223"/>
                  </a:cubicBezTo>
                  <a:cubicBezTo>
                    <a:pt x="248666" y="514223"/>
                    <a:pt x="240411" y="513842"/>
                    <a:pt x="231902" y="512953"/>
                  </a:cubicBezTo>
                  <a:cubicBezTo>
                    <a:pt x="223393" y="512064"/>
                    <a:pt x="215265" y="510921"/>
                    <a:pt x="206883" y="509270"/>
                  </a:cubicBezTo>
                  <a:cubicBezTo>
                    <a:pt x="198501" y="507619"/>
                    <a:pt x="190500" y="505587"/>
                    <a:pt x="182372" y="503174"/>
                  </a:cubicBezTo>
                  <a:cubicBezTo>
                    <a:pt x="174244" y="500761"/>
                    <a:pt x="166370" y="497840"/>
                    <a:pt x="158623" y="494665"/>
                  </a:cubicBezTo>
                  <a:cubicBezTo>
                    <a:pt x="150876" y="491490"/>
                    <a:pt x="143256" y="487807"/>
                    <a:pt x="135763" y="483870"/>
                  </a:cubicBezTo>
                  <a:cubicBezTo>
                    <a:pt x="128270" y="479933"/>
                    <a:pt x="121158" y="475615"/>
                    <a:pt x="114173" y="470916"/>
                  </a:cubicBezTo>
                  <a:cubicBezTo>
                    <a:pt x="107188" y="466217"/>
                    <a:pt x="100457" y="461264"/>
                    <a:pt x="93853" y="455930"/>
                  </a:cubicBezTo>
                  <a:cubicBezTo>
                    <a:pt x="87249" y="450596"/>
                    <a:pt x="81153" y="444881"/>
                    <a:pt x="75184" y="438912"/>
                  </a:cubicBezTo>
                  <a:cubicBezTo>
                    <a:pt x="69215" y="432943"/>
                    <a:pt x="63627" y="426720"/>
                    <a:pt x="58293" y="420243"/>
                  </a:cubicBezTo>
                  <a:cubicBezTo>
                    <a:pt x="52959" y="413766"/>
                    <a:pt x="47879" y="406908"/>
                    <a:pt x="43307" y="399923"/>
                  </a:cubicBezTo>
                  <a:cubicBezTo>
                    <a:pt x="38735" y="392938"/>
                    <a:pt x="34290" y="385699"/>
                    <a:pt x="30353" y="378333"/>
                  </a:cubicBezTo>
                  <a:cubicBezTo>
                    <a:pt x="26416" y="370967"/>
                    <a:pt x="22733" y="363347"/>
                    <a:pt x="19558" y="355473"/>
                  </a:cubicBezTo>
                  <a:cubicBezTo>
                    <a:pt x="16383" y="347599"/>
                    <a:pt x="13462" y="339725"/>
                    <a:pt x="11049" y="331724"/>
                  </a:cubicBezTo>
                  <a:cubicBezTo>
                    <a:pt x="8636" y="323723"/>
                    <a:pt x="6604" y="315468"/>
                    <a:pt x="4953" y="307213"/>
                  </a:cubicBezTo>
                  <a:cubicBezTo>
                    <a:pt x="3302" y="298958"/>
                    <a:pt x="2032" y="290703"/>
                    <a:pt x="1270" y="282194"/>
                  </a:cubicBezTo>
                  <a:cubicBezTo>
                    <a:pt x="508" y="273685"/>
                    <a:pt x="0" y="265430"/>
                    <a:pt x="0" y="257048"/>
                  </a:cubicBezTo>
                </a:path>
              </a:pathLst>
            </a:custGeom>
            <a:solidFill>
              <a:srgbClr val="84C1FA"/>
            </a:solidFill>
          </p:spPr>
        </p:sp>
        <p:sp>
          <p:nvSpPr>
            <p:cNvPr name="Freeform 47" id="47"/>
            <p:cNvSpPr/>
            <p:nvPr/>
          </p:nvSpPr>
          <p:spPr>
            <a:xfrm flipH="false" flipV="false" rot="0">
              <a:off x="372609" y="531191"/>
              <a:ext cx="14823" cy="14737"/>
            </a:xfrm>
            <a:custGeom>
              <a:avLst/>
              <a:gdLst/>
              <a:ahLst/>
              <a:cxnLst/>
              <a:rect r="r" b="b" t="t" l="l"/>
              <a:pathLst>
                <a:path h="14737" w="14823">
                  <a:moveTo>
                    <a:pt x="8772" y="14401"/>
                  </a:moveTo>
                  <a:cubicBezTo>
                    <a:pt x="7502" y="14147"/>
                    <a:pt x="6232" y="13893"/>
                    <a:pt x="5089" y="13258"/>
                  </a:cubicBezTo>
                  <a:cubicBezTo>
                    <a:pt x="4200" y="12877"/>
                    <a:pt x="3565" y="12369"/>
                    <a:pt x="2803" y="11734"/>
                  </a:cubicBezTo>
                  <a:cubicBezTo>
                    <a:pt x="2295" y="11353"/>
                    <a:pt x="1914" y="10845"/>
                    <a:pt x="1660" y="10464"/>
                  </a:cubicBezTo>
                  <a:cubicBezTo>
                    <a:pt x="1152" y="9829"/>
                    <a:pt x="898" y="9194"/>
                    <a:pt x="644" y="8432"/>
                  </a:cubicBezTo>
                  <a:lnTo>
                    <a:pt x="136" y="6400"/>
                  </a:lnTo>
                  <a:cubicBezTo>
                    <a:pt x="-499" y="3606"/>
                    <a:pt x="1152" y="939"/>
                    <a:pt x="3946" y="177"/>
                  </a:cubicBezTo>
                  <a:cubicBezTo>
                    <a:pt x="6740" y="-585"/>
                    <a:pt x="9407" y="1193"/>
                    <a:pt x="10169" y="3987"/>
                  </a:cubicBezTo>
                  <a:lnTo>
                    <a:pt x="10677" y="6019"/>
                  </a:lnTo>
                  <a:lnTo>
                    <a:pt x="5724" y="7289"/>
                  </a:lnTo>
                  <a:lnTo>
                    <a:pt x="9788" y="4114"/>
                  </a:lnTo>
                  <a:cubicBezTo>
                    <a:pt x="9915" y="4241"/>
                    <a:pt x="9788" y="4114"/>
                    <a:pt x="9915" y="4241"/>
                  </a:cubicBezTo>
                  <a:cubicBezTo>
                    <a:pt x="10042" y="4368"/>
                    <a:pt x="9915" y="4241"/>
                    <a:pt x="9788" y="4241"/>
                  </a:cubicBezTo>
                  <a:cubicBezTo>
                    <a:pt x="10042" y="4368"/>
                    <a:pt x="9915" y="4368"/>
                    <a:pt x="10550" y="4495"/>
                  </a:cubicBezTo>
                  <a:cubicBezTo>
                    <a:pt x="13344" y="5003"/>
                    <a:pt x="15249" y="7670"/>
                    <a:pt x="14741" y="10464"/>
                  </a:cubicBezTo>
                  <a:cubicBezTo>
                    <a:pt x="14233" y="13258"/>
                    <a:pt x="11566" y="15163"/>
                    <a:pt x="8772" y="14655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48" id="48"/>
            <p:cNvSpPr/>
            <p:nvPr/>
          </p:nvSpPr>
          <p:spPr>
            <a:xfrm flipH="false" flipV="false" rot="0">
              <a:off x="528264" y="481711"/>
              <a:ext cx="86035" cy="62484"/>
            </a:xfrm>
            <a:custGeom>
              <a:avLst/>
              <a:gdLst/>
              <a:ahLst/>
              <a:cxnLst/>
              <a:rect r="r" b="b" t="t" l="l"/>
              <a:pathLst>
                <a:path h="62484" w="86035">
                  <a:moveTo>
                    <a:pt x="2469" y="6858"/>
                  </a:moveTo>
                  <a:cubicBezTo>
                    <a:pt x="6025" y="4826"/>
                    <a:pt x="9581" y="3175"/>
                    <a:pt x="13645" y="1778"/>
                  </a:cubicBezTo>
                  <a:cubicBezTo>
                    <a:pt x="13772" y="1778"/>
                    <a:pt x="14026" y="1651"/>
                    <a:pt x="14153" y="1651"/>
                  </a:cubicBezTo>
                  <a:cubicBezTo>
                    <a:pt x="18217" y="762"/>
                    <a:pt x="21773" y="254"/>
                    <a:pt x="26218" y="0"/>
                  </a:cubicBezTo>
                  <a:cubicBezTo>
                    <a:pt x="26345" y="0"/>
                    <a:pt x="26345" y="0"/>
                    <a:pt x="26472" y="0"/>
                  </a:cubicBezTo>
                  <a:cubicBezTo>
                    <a:pt x="39553" y="0"/>
                    <a:pt x="45649" y="381"/>
                    <a:pt x="49078" y="1016"/>
                  </a:cubicBezTo>
                  <a:cubicBezTo>
                    <a:pt x="49205" y="1016"/>
                    <a:pt x="49332" y="1016"/>
                    <a:pt x="49459" y="1143"/>
                  </a:cubicBezTo>
                  <a:cubicBezTo>
                    <a:pt x="53650" y="2286"/>
                    <a:pt x="60508" y="4953"/>
                    <a:pt x="66477" y="8128"/>
                  </a:cubicBezTo>
                  <a:cubicBezTo>
                    <a:pt x="66731" y="8255"/>
                    <a:pt x="66858" y="8382"/>
                    <a:pt x="67112" y="8509"/>
                  </a:cubicBezTo>
                  <a:cubicBezTo>
                    <a:pt x="72065" y="12065"/>
                    <a:pt x="74097" y="13970"/>
                    <a:pt x="76891" y="17018"/>
                  </a:cubicBezTo>
                  <a:cubicBezTo>
                    <a:pt x="77018" y="17145"/>
                    <a:pt x="77145" y="17399"/>
                    <a:pt x="77272" y="17526"/>
                  </a:cubicBezTo>
                  <a:cubicBezTo>
                    <a:pt x="80701" y="22479"/>
                    <a:pt x="82352" y="25527"/>
                    <a:pt x="83622" y="28829"/>
                  </a:cubicBezTo>
                  <a:cubicBezTo>
                    <a:pt x="83749" y="28956"/>
                    <a:pt x="83749" y="29083"/>
                    <a:pt x="83749" y="29337"/>
                  </a:cubicBezTo>
                  <a:cubicBezTo>
                    <a:pt x="85019" y="33528"/>
                    <a:pt x="85908" y="38735"/>
                    <a:pt x="86035" y="42926"/>
                  </a:cubicBezTo>
                  <a:cubicBezTo>
                    <a:pt x="86035" y="43053"/>
                    <a:pt x="86035" y="43053"/>
                    <a:pt x="86035" y="43180"/>
                  </a:cubicBezTo>
                  <a:lnTo>
                    <a:pt x="86035" y="57404"/>
                  </a:lnTo>
                  <a:cubicBezTo>
                    <a:pt x="86035" y="60198"/>
                    <a:pt x="83749" y="62484"/>
                    <a:pt x="80828" y="62484"/>
                  </a:cubicBezTo>
                  <a:cubicBezTo>
                    <a:pt x="77907" y="62484"/>
                    <a:pt x="75748" y="60198"/>
                    <a:pt x="75748" y="57277"/>
                  </a:cubicBezTo>
                  <a:lnTo>
                    <a:pt x="75748" y="43053"/>
                  </a:lnTo>
                  <a:lnTo>
                    <a:pt x="80828" y="43053"/>
                  </a:lnTo>
                  <a:lnTo>
                    <a:pt x="75748" y="43307"/>
                  </a:lnTo>
                  <a:cubicBezTo>
                    <a:pt x="75621" y="40005"/>
                    <a:pt x="74859" y="35687"/>
                    <a:pt x="73843" y="32258"/>
                  </a:cubicBezTo>
                  <a:lnTo>
                    <a:pt x="78796" y="30734"/>
                  </a:lnTo>
                  <a:lnTo>
                    <a:pt x="74097" y="32766"/>
                  </a:lnTo>
                  <a:cubicBezTo>
                    <a:pt x="73081" y="30353"/>
                    <a:pt x="71811" y="27813"/>
                    <a:pt x="68763" y="23368"/>
                  </a:cubicBezTo>
                  <a:lnTo>
                    <a:pt x="72954" y="20447"/>
                  </a:lnTo>
                  <a:lnTo>
                    <a:pt x="69144" y="23876"/>
                  </a:lnTo>
                  <a:cubicBezTo>
                    <a:pt x="66985" y="21463"/>
                    <a:pt x="65461" y="20066"/>
                    <a:pt x="61016" y="16764"/>
                  </a:cubicBezTo>
                  <a:lnTo>
                    <a:pt x="64064" y="12573"/>
                  </a:lnTo>
                  <a:lnTo>
                    <a:pt x="61651" y="17145"/>
                  </a:lnTo>
                  <a:cubicBezTo>
                    <a:pt x="56190" y="14224"/>
                    <a:pt x="50094" y="11938"/>
                    <a:pt x="46665" y="11049"/>
                  </a:cubicBezTo>
                  <a:lnTo>
                    <a:pt x="48062" y="6096"/>
                  </a:lnTo>
                  <a:lnTo>
                    <a:pt x="47046" y="11176"/>
                  </a:lnTo>
                  <a:cubicBezTo>
                    <a:pt x="44760" y="10795"/>
                    <a:pt x="39553" y="10287"/>
                    <a:pt x="26472" y="10287"/>
                  </a:cubicBezTo>
                  <a:lnTo>
                    <a:pt x="26472" y="5207"/>
                  </a:lnTo>
                  <a:lnTo>
                    <a:pt x="26726" y="10287"/>
                  </a:lnTo>
                  <a:cubicBezTo>
                    <a:pt x="22916" y="10414"/>
                    <a:pt x="19868" y="10922"/>
                    <a:pt x="16439" y="11684"/>
                  </a:cubicBezTo>
                  <a:lnTo>
                    <a:pt x="15296" y="6731"/>
                  </a:lnTo>
                  <a:lnTo>
                    <a:pt x="16947" y="11557"/>
                  </a:lnTo>
                  <a:cubicBezTo>
                    <a:pt x="13518" y="12700"/>
                    <a:pt x="10724" y="14097"/>
                    <a:pt x="7676" y="15875"/>
                  </a:cubicBezTo>
                  <a:cubicBezTo>
                    <a:pt x="5263" y="17272"/>
                    <a:pt x="2088" y="16510"/>
                    <a:pt x="691" y="13970"/>
                  </a:cubicBezTo>
                  <a:cubicBezTo>
                    <a:pt x="-706" y="11430"/>
                    <a:pt x="56" y="8382"/>
                    <a:pt x="2596" y="6985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49" id="49"/>
            <p:cNvSpPr/>
            <p:nvPr/>
          </p:nvSpPr>
          <p:spPr>
            <a:xfrm flipH="false" flipV="false" rot="0">
              <a:off x="416010" y="496056"/>
              <a:ext cx="70166" cy="85236"/>
            </a:xfrm>
            <a:custGeom>
              <a:avLst/>
              <a:gdLst/>
              <a:ahLst/>
              <a:cxnLst/>
              <a:rect r="r" b="b" t="t" l="l"/>
              <a:pathLst>
                <a:path h="85236" w="70166">
                  <a:moveTo>
                    <a:pt x="931" y="81794"/>
                  </a:moveTo>
                  <a:cubicBezTo>
                    <a:pt x="42" y="79000"/>
                    <a:pt x="-85" y="76587"/>
                    <a:pt x="42" y="61601"/>
                  </a:cubicBezTo>
                  <a:cubicBezTo>
                    <a:pt x="42" y="61474"/>
                    <a:pt x="42" y="61347"/>
                    <a:pt x="42" y="61220"/>
                  </a:cubicBezTo>
                  <a:cubicBezTo>
                    <a:pt x="550" y="54489"/>
                    <a:pt x="1312" y="48901"/>
                    <a:pt x="2963" y="42551"/>
                  </a:cubicBezTo>
                  <a:cubicBezTo>
                    <a:pt x="2963" y="42297"/>
                    <a:pt x="3090" y="42170"/>
                    <a:pt x="3090" y="41916"/>
                  </a:cubicBezTo>
                  <a:cubicBezTo>
                    <a:pt x="5503" y="35693"/>
                    <a:pt x="8297" y="30486"/>
                    <a:pt x="11980" y="25152"/>
                  </a:cubicBezTo>
                  <a:cubicBezTo>
                    <a:pt x="12107" y="25025"/>
                    <a:pt x="12234" y="24771"/>
                    <a:pt x="12361" y="24644"/>
                  </a:cubicBezTo>
                  <a:cubicBezTo>
                    <a:pt x="17187" y="19183"/>
                    <a:pt x="22648" y="14484"/>
                    <a:pt x="28998" y="10166"/>
                  </a:cubicBezTo>
                  <a:cubicBezTo>
                    <a:pt x="29125" y="10039"/>
                    <a:pt x="29252" y="9912"/>
                    <a:pt x="29506" y="9912"/>
                  </a:cubicBezTo>
                  <a:cubicBezTo>
                    <a:pt x="35602" y="6610"/>
                    <a:pt x="42206" y="3943"/>
                    <a:pt x="49191" y="2038"/>
                  </a:cubicBezTo>
                  <a:cubicBezTo>
                    <a:pt x="49318" y="2038"/>
                    <a:pt x="49572" y="1911"/>
                    <a:pt x="49699" y="1911"/>
                  </a:cubicBezTo>
                  <a:cubicBezTo>
                    <a:pt x="55033" y="1022"/>
                    <a:pt x="60113" y="387"/>
                    <a:pt x="64685" y="6"/>
                  </a:cubicBezTo>
                  <a:cubicBezTo>
                    <a:pt x="67479" y="-121"/>
                    <a:pt x="69892" y="1911"/>
                    <a:pt x="70146" y="4832"/>
                  </a:cubicBezTo>
                  <a:cubicBezTo>
                    <a:pt x="70400" y="7753"/>
                    <a:pt x="68241" y="10039"/>
                    <a:pt x="65320" y="10293"/>
                  </a:cubicBezTo>
                  <a:cubicBezTo>
                    <a:pt x="61129" y="10547"/>
                    <a:pt x="56557" y="11182"/>
                    <a:pt x="51350" y="12071"/>
                  </a:cubicBezTo>
                  <a:lnTo>
                    <a:pt x="50461" y="6991"/>
                  </a:lnTo>
                  <a:lnTo>
                    <a:pt x="51858" y="11944"/>
                  </a:lnTo>
                  <a:cubicBezTo>
                    <a:pt x="45508" y="13722"/>
                    <a:pt x="39666" y="16135"/>
                    <a:pt x="34205" y="19056"/>
                  </a:cubicBezTo>
                  <a:lnTo>
                    <a:pt x="31792" y="14484"/>
                  </a:lnTo>
                  <a:lnTo>
                    <a:pt x="34713" y="18675"/>
                  </a:lnTo>
                  <a:cubicBezTo>
                    <a:pt x="28998" y="22612"/>
                    <a:pt x="24299" y="26803"/>
                    <a:pt x="19981" y="31629"/>
                  </a:cubicBezTo>
                  <a:lnTo>
                    <a:pt x="16171" y="28200"/>
                  </a:lnTo>
                  <a:lnTo>
                    <a:pt x="20362" y="31121"/>
                  </a:lnTo>
                  <a:cubicBezTo>
                    <a:pt x="17060" y="35820"/>
                    <a:pt x="14647" y="40392"/>
                    <a:pt x="12615" y="45726"/>
                  </a:cubicBezTo>
                  <a:lnTo>
                    <a:pt x="7789" y="43821"/>
                  </a:lnTo>
                  <a:lnTo>
                    <a:pt x="12742" y="45091"/>
                  </a:lnTo>
                  <a:cubicBezTo>
                    <a:pt x="11218" y="50933"/>
                    <a:pt x="10456" y="55759"/>
                    <a:pt x="10075" y="61982"/>
                  </a:cubicBezTo>
                  <a:lnTo>
                    <a:pt x="4995" y="61601"/>
                  </a:lnTo>
                  <a:lnTo>
                    <a:pt x="10075" y="61601"/>
                  </a:lnTo>
                  <a:cubicBezTo>
                    <a:pt x="10075" y="77603"/>
                    <a:pt x="10202" y="77730"/>
                    <a:pt x="10456" y="78492"/>
                  </a:cubicBezTo>
                  <a:cubicBezTo>
                    <a:pt x="11345" y="81159"/>
                    <a:pt x="9948" y="84080"/>
                    <a:pt x="7281" y="84969"/>
                  </a:cubicBezTo>
                  <a:cubicBezTo>
                    <a:pt x="4614" y="85858"/>
                    <a:pt x="1693" y="84461"/>
                    <a:pt x="804" y="81794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50" id="50"/>
            <p:cNvSpPr/>
            <p:nvPr/>
          </p:nvSpPr>
          <p:spPr>
            <a:xfrm flipH="false" flipV="false" rot="0">
              <a:off x="372745" y="481584"/>
              <a:ext cx="85242" cy="45260"/>
            </a:xfrm>
            <a:custGeom>
              <a:avLst/>
              <a:gdLst/>
              <a:ahLst/>
              <a:cxnLst/>
              <a:rect r="r" b="b" t="t" l="l"/>
              <a:pathLst>
                <a:path h="45260" w="85242">
                  <a:moveTo>
                    <a:pt x="0" y="39497"/>
                  </a:moveTo>
                  <a:cubicBezTo>
                    <a:pt x="762" y="33782"/>
                    <a:pt x="2540" y="28194"/>
                    <a:pt x="5080" y="22987"/>
                  </a:cubicBezTo>
                  <a:cubicBezTo>
                    <a:pt x="5207" y="22733"/>
                    <a:pt x="5334" y="22606"/>
                    <a:pt x="5461" y="22352"/>
                  </a:cubicBezTo>
                  <a:cubicBezTo>
                    <a:pt x="8636" y="17780"/>
                    <a:pt x="12573" y="13462"/>
                    <a:pt x="16764" y="10033"/>
                  </a:cubicBezTo>
                  <a:cubicBezTo>
                    <a:pt x="16891" y="9906"/>
                    <a:pt x="17145" y="9779"/>
                    <a:pt x="17272" y="9652"/>
                  </a:cubicBezTo>
                  <a:cubicBezTo>
                    <a:pt x="22225" y="6477"/>
                    <a:pt x="28321" y="3683"/>
                    <a:pt x="31623" y="2540"/>
                  </a:cubicBezTo>
                  <a:cubicBezTo>
                    <a:pt x="31750" y="2540"/>
                    <a:pt x="31877" y="2413"/>
                    <a:pt x="32004" y="2413"/>
                  </a:cubicBezTo>
                  <a:cubicBezTo>
                    <a:pt x="35814" y="1397"/>
                    <a:pt x="42164" y="254"/>
                    <a:pt x="46736" y="0"/>
                  </a:cubicBezTo>
                  <a:cubicBezTo>
                    <a:pt x="46863" y="0"/>
                    <a:pt x="46990" y="0"/>
                    <a:pt x="47117" y="0"/>
                  </a:cubicBezTo>
                  <a:cubicBezTo>
                    <a:pt x="60198" y="127"/>
                    <a:pt x="66294" y="508"/>
                    <a:pt x="71501" y="1651"/>
                  </a:cubicBezTo>
                  <a:cubicBezTo>
                    <a:pt x="71755" y="1651"/>
                    <a:pt x="72009" y="1778"/>
                    <a:pt x="72263" y="1905"/>
                  </a:cubicBezTo>
                  <a:cubicBezTo>
                    <a:pt x="75565" y="3175"/>
                    <a:pt x="78994" y="4699"/>
                    <a:pt x="82550" y="6604"/>
                  </a:cubicBezTo>
                  <a:cubicBezTo>
                    <a:pt x="85090" y="8001"/>
                    <a:pt x="85979" y="11049"/>
                    <a:pt x="84582" y="13589"/>
                  </a:cubicBezTo>
                  <a:cubicBezTo>
                    <a:pt x="83185" y="16129"/>
                    <a:pt x="80137" y="17018"/>
                    <a:pt x="77597" y="15621"/>
                  </a:cubicBezTo>
                  <a:cubicBezTo>
                    <a:pt x="74422" y="13970"/>
                    <a:pt x="71501" y="12573"/>
                    <a:pt x="68580" y="11430"/>
                  </a:cubicBezTo>
                  <a:lnTo>
                    <a:pt x="70358" y="6604"/>
                  </a:lnTo>
                  <a:lnTo>
                    <a:pt x="69342" y="11684"/>
                  </a:lnTo>
                  <a:cubicBezTo>
                    <a:pt x="65151" y="10795"/>
                    <a:pt x="59944" y="10414"/>
                    <a:pt x="46990" y="10287"/>
                  </a:cubicBezTo>
                  <a:lnTo>
                    <a:pt x="46990" y="5207"/>
                  </a:lnTo>
                  <a:lnTo>
                    <a:pt x="47244" y="10287"/>
                  </a:lnTo>
                  <a:cubicBezTo>
                    <a:pt x="43434" y="10541"/>
                    <a:pt x="37719" y="11557"/>
                    <a:pt x="34671" y="12319"/>
                  </a:cubicBezTo>
                  <a:lnTo>
                    <a:pt x="33274" y="7366"/>
                  </a:lnTo>
                  <a:lnTo>
                    <a:pt x="35052" y="12192"/>
                  </a:lnTo>
                  <a:cubicBezTo>
                    <a:pt x="32385" y="13208"/>
                    <a:pt x="27051" y="15621"/>
                    <a:pt x="22606" y="18415"/>
                  </a:cubicBezTo>
                  <a:lnTo>
                    <a:pt x="19939" y="14097"/>
                  </a:lnTo>
                  <a:lnTo>
                    <a:pt x="23241" y="18034"/>
                  </a:lnTo>
                  <a:cubicBezTo>
                    <a:pt x="19939" y="20828"/>
                    <a:pt x="16510" y="24384"/>
                    <a:pt x="13970" y="28194"/>
                  </a:cubicBezTo>
                  <a:lnTo>
                    <a:pt x="9779" y="25273"/>
                  </a:lnTo>
                  <a:lnTo>
                    <a:pt x="14351" y="27559"/>
                  </a:lnTo>
                  <a:cubicBezTo>
                    <a:pt x="12319" y="31623"/>
                    <a:pt x="10922" y="36195"/>
                    <a:pt x="10287" y="40894"/>
                  </a:cubicBezTo>
                  <a:cubicBezTo>
                    <a:pt x="9906" y="43688"/>
                    <a:pt x="7239" y="45593"/>
                    <a:pt x="4445" y="45212"/>
                  </a:cubicBezTo>
                  <a:cubicBezTo>
                    <a:pt x="1651" y="44831"/>
                    <a:pt x="-254" y="42164"/>
                    <a:pt x="127" y="3937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51" id="51"/>
            <p:cNvSpPr/>
            <p:nvPr/>
          </p:nvSpPr>
          <p:spPr>
            <a:xfrm flipH="false" flipV="false" rot="0">
              <a:off x="501756" y="496189"/>
              <a:ext cx="69744" cy="72771"/>
            </a:xfrm>
            <a:custGeom>
              <a:avLst/>
              <a:gdLst/>
              <a:ahLst/>
              <a:cxnLst/>
              <a:rect r="r" b="b" t="t" l="l"/>
              <a:pathLst>
                <a:path h="72771" w="69744">
                  <a:moveTo>
                    <a:pt x="5482" y="0"/>
                  </a:moveTo>
                  <a:cubicBezTo>
                    <a:pt x="12848" y="762"/>
                    <a:pt x="19198" y="1905"/>
                    <a:pt x="25167" y="3429"/>
                  </a:cubicBezTo>
                  <a:cubicBezTo>
                    <a:pt x="25294" y="3429"/>
                    <a:pt x="25421" y="3556"/>
                    <a:pt x="25675" y="3556"/>
                  </a:cubicBezTo>
                  <a:cubicBezTo>
                    <a:pt x="32279" y="6096"/>
                    <a:pt x="38248" y="9017"/>
                    <a:pt x="43963" y="12573"/>
                  </a:cubicBezTo>
                  <a:cubicBezTo>
                    <a:pt x="44090" y="12700"/>
                    <a:pt x="44217" y="12700"/>
                    <a:pt x="44344" y="12827"/>
                  </a:cubicBezTo>
                  <a:cubicBezTo>
                    <a:pt x="49678" y="16891"/>
                    <a:pt x="54250" y="21209"/>
                    <a:pt x="58060" y="25781"/>
                  </a:cubicBezTo>
                  <a:cubicBezTo>
                    <a:pt x="58187" y="25908"/>
                    <a:pt x="58314" y="26035"/>
                    <a:pt x="58441" y="26289"/>
                  </a:cubicBezTo>
                  <a:cubicBezTo>
                    <a:pt x="61870" y="31369"/>
                    <a:pt x="64410" y="36449"/>
                    <a:pt x="66569" y="41910"/>
                  </a:cubicBezTo>
                  <a:cubicBezTo>
                    <a:pt x="66696" y="42037"/>
                    <a:pt x="66696" y="42291"/>
                    <a:pt x="66696" y="42418"/>
                  </a:cubicBezTo>
                  <a:cubicBezTo>
                    <a:pt x="68347" y="48260"/>
                    <a:pt x="69363" y="54610"/>
                    <a:pt x="69744" y="59309"/>
                  </a:cubicBezTo>
                  <a:cubicBezTo>
                    <a:pt x="69744" y="59436"/>
                    <a:pt x="69744" y="59563"/>
                    <a:pt x="69744" y="59690"/>
                  </a:cubicBezTo>
                  <a:lnTo>
                    <a:pt x="69744" y="67691"/>
                  </a:lnTo>
                  <a:cubicBezTo>
                    <a:pt x="69744" y="70485"/>
                    <a:pt x="67458" y="72771"/>
                    <a:pt x="64664" y="72771"/>
                  </a:cubicBezTo>
                  <a:cubicBezTo>
                    <a:pt x="61870" y="72771"/>
                    <a:pt x="59584" y="70485"/>
                    <a:pt x="59584" y="67691"/>
                  </a:cubicBezTo>
                  <a:lnTo>
                    <a:pt x="59584" y="59690"/>
                  </a:lnTo>
                  <a:lnTo>
                    <a:pt x="64664" y="59690"/>
                  </a:lnTo>
                  <a:lnTo>
                    <a:pt x="59584" y="60071"/>
                  </a:lnTo>
                  <a:cubicBezTo>
                    <a:pt x="59330" y="56261"/>
                    <a:pt x="58314" y="50546"/>
                    <a:pt x="56917" y="45212"/>
                  </a:cubicBezTo>
                  <a:lnTo>
                    <a:pt x="61870" y="43815"/>
                  </a:lnTo>
                  <a:lnTo>
                    <a:pt x="57044" y="45720"/>
                  </a:lnTo>
                  <a:cubicBezTo>
                    <a:pt x="55139" y="40894"/>
                    <a:pt x="52980" y="36576"/>
                    <a:pt x="49932" y="32004"/>
                  </a:cubicBezTo>
                  <a:lnTo>
                    <a:pt x="54250" y="29210"/>
                  </a:lnTo>
                  <a:lnTo>
                    <a:pt x="50313" y="32512"/>
                  </a:lnTo>
                  <a:cubicBezTo>
                    <a:pt x="47138" y="28702"/>
                    <a:pt x="43074" y="24892"/>
                    <a:pt x="38248" y="21209"/>
                  </a:cubicBezTo>
                  <a:lnTo>
                    <a:pt x="41423" y="17145"/>
                  </a:lnTo>
                  <a:lnTo>
                    <a:pt x="38629" y="21463"/>
                  </a:lnTo>
                  <a:cubicBezTo>
                    <a:pt x="33549" y="18161"/>
                    <a:pt x="28215" y="15621"/>
                    <a:pt x="22246" y="13335"/>
                  </a:cubicBezTo>
                  <a:lnTo>
                    <a:pt x="24024" y="8509"/>
                  </a:lnTo>
                  <a:lnTo>
                    <a:pt x="22627" y="13462"/>
                  </a:lnTo>
                  <a:cubicBezTo>
                    <a:pt x="17420" y="12065"/>
                    <a:pt x="11578" y="11049"/>
                    <a:pt x="4593" y="10287"/>
                  </a:cubicBezTo>
                  <a:cubicBezTo>
                    <a:pt x="1799" y="10033"/>
                    <a:pt x="-233" y="7493"/>
                    <a:pt x="21" y="4699"/>
                  </a:cubicBezTo>
                  <a:cubicBezTo>
                    <a:pt x="275" y="1905"/>
                    <a:pt x="2815" y="-127"/>
                    <a:pt x="5609" y="127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52" id="52"/>
            <p:cNvSpPr/>
            <p:nvPr/>
          </p:nvSpPr>
          <p:spPr>
            <a:xfrm flipH="false" flipV="false" rot="0">
              <a:off x="556251" y="558800"/>
              <a:ext cx="14995" cy="24139"/>
            </a:xfrm>
            <a:custGeom>
              <a:avLst/>
              <a:gdLst/>
              <a:ahLst/>
              <a:cxnLst/>
              <a:rect r="r" b="b" t="t" l="l"/>
              <a:pathLst>
                <a:path h="24139" w="14995">
                  <a:moveTo>
                    <a:pt x="14995" y="4953"/>
                  </a:moveTo>
                  <a:cubicBezTo>
                    <a:pt x="14995" y="12319"/>
                    <a:pt x="14741" y="15875"/>
                    <a:pt x="14233" y="17907"/>
                  </a:cubicBezTo>
                  <a:cubicBezTo>
                    <a:pt x="14106" y="18415"/>
                    <a:pt x="13852" y="19050"/>
                    <a:pt x="13598" y="19558"/>
                  </a:cubicBezTo>
                  <a:cubicBezTo>
                    <a:pt x="13344" y="19939"/>
                    <a:pt x="13217" y="20320"/>
                    <a:pt x="12836" y="20574"/>
                  </a:cubicBezTo>
                  <a:cubicBezTo>
                    <a:pt x="12709" y="20701"/>
                    <a:pt x="12582" y="20828"/>
                    <a:pt x="12455" y="20955"/>
                  </a:cubicBezTo>
                  <a:cubicBezTo>
                    <a:pt x="11820" y="21590"/>
                    <a:pt x="11058" y="22225"/>
                    <a:pt x="10042" y="22733"/>
                  </a:cubicBezTo>
                  <a:cubicBezTo>
                    <a:pt x="9026" y="23241"/>
                    <a:pt x="7756" y="23749"/>
                    <a:pt x="6359" y="24003"/>
                  </a:cubicBezTo>
                  <a:cubicBezTo>
                    <a:pt x="3565" y="24638"/>
                    <a:pt x="771" y="22987"/>
                    <a:pt x="136" y="20320"/>
                  </a:cubicBezTo>
                  <a:cubicBezTo>
                    <a:pt x="-499" y="17653"/>
                    <a:pt x="1152" y="14732"/>
                    <a:pt x="3819" y="14097"/>
                  </a:cubicBezTo>
                  <a:cubicBezTo>
                    <a:pt x="4835" y="13843"/>
                    <a:pt x="5089" y="13716"/>
                    <a:pt x="5216" y="13716"/>
                  </a:cubicBezTo>
                  <a:cubicBezTo>
                    <a:pt x="5343" y="13716"/>
                    <a:pt x="5089" y="13843"/>
                    <a:pt x="4962" y="13843"/>
                  </a:cubicBezTo>
                  <a:cubicBezTo>
                    <a:pt x="4835" y="13843"/>
                    <a:pt x="4962" y="13843"/>
                    <a:pt x="4962" y="13843"/>
                  </a:cubicBezTo>
                  <a:lnTo>
                    <a:pt x="8772" y="17272"/>
                  </a:lnTo>
                  <a:lnTo>
                    <a:pt x="4200" y="14986"/>
                  </a:lnTo>
                  <a:cubicBezTo>
                    <a:pt x="4073" y="15240"/>
                    <a:pt x="4073" y="15367"/>
                    <a:pt x="4073" y="15367"/>
                  </a:cubicBezTo>
                  <a:cubicBezTo>
                    <a:pt x="4200" y="14859"/>
                    <a:pt x="4454" y="12954"/>
                    <a:pt x="4454" y="5080"/>
                  </a:cubicBezTo>
                  <a:cubicBezTo>
                    <a:pt x="4454" y="2286"/>
                    <a:pt x="6740" y="0"/>
                    <a:pt x="9534" y="0"/>
                  </a:cubicBezTo>
                  <a:cubicBezTo>
                    <a:pt x="12328" y="0"/>
                    <a:pt x="14614" y="2286"/>
                    <a:pt x="14614" y="508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53" id="53"/>
            <p:cNvSpPr/>
            <p:nvPr/>
          </p:nvSpPr>
          <p:spPr>
            <a:xfrm flipH="false" flipV="false" rot="0">
              <a:off x="417301" y="572495"/>
              <a:ext cx="13886" cy="10584"/>
            </a:xfrm>
            <a:custGeom>
              <a:avLst/>
              <a:gdLst/>
              <a:ahLst/>
              <a:cxnLst/>
              <a:rect r="r" b="b" t="t" l="l"/>
              <a:pathLst>
                <a:path h="10584" w="13886">
                  <a:moveTo>
                    <a:pt x="8276" y="10562"/>
                  </a:moveTo>
                  <a:lnTo>
                    <a:pt x="4593" y="10181"/>
                  </a:lnTo>
                  <a:cubicBezTo>
                    <a:pt x="1799" y="9927"/>
                    <a:pt x="-233" y="7387"/>
                    <a:pt x="21" y="4593"/>
                  </a:cubicBezTo>
                  <a:cubicBezTo>
                    <a:pt x="275" y="1799"/>
                    <a:pt x="2815" y="-233"/>
                    <a:pt x="5609" y="21"/>
                  </a:cubicBezTo>
                  <a:lnTo>
                    <a:pt x="9292" y="402"/>
                  </a:lnTo>
                  <a:cubicBezTo>
                    <a:pt x="12086" y="656"/>
                    <a:pt x="14118" y="3196"/>
                    <a:pt x="13864" y="5990"/>
                  </a:cubicBezTo>
                  <a:cubicBezTo>
                    <a:pt x="13610" y="8784"/>
                    <a:pt x="11070" y="10816"/>
                    <a:pt x="8276" y="10562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54" id="54"/>
            <p:cNvSpPr/>
            <p:nvPr/>
          </p:nvSpPr>
          <p:spPr>
            <a:xfrm flipH="false" flipV="false" rot="0">
              <a:off x="449072" y="404241"/>
              <a:ext cx="88646" cy="88519"/>
            </a:xfrm>
            <a:custGeom>
              <a:avLst/>
              <a:gdLst/>
              <a:ahLst/>
              <a:cxnLst/>
              <a:rect r="r" b="b" t="t" l="l"/>
              <a:pathLst>
                <a:path h="88519" w="88646">
                  <a:moveTo>
                    <a:pt x="88646" y="44069"/>
                  </a:moveTo>
                  <a:cubicBezTo>
                    <a:pt x="88646" y="49911"/>
                    <a:pt x="87503" y="55626"/>
                    <a:pt x="85217" y="61087"/>
                  </a:cubicBezTo>
                  <a:lnTo>
                    <a:pt x="80518" y="59182"/>
                  </a:lnTo>
                  <a:lnTo>
                    <a:pt x="85217" y="61087"/>
                  </a:lnTo>
                  <a:cubicBezTo>
                    <a:pt x="82931" y="66548"/>
                    <a:pt x="79756" y="71374"/>
                    <a:pt x="75565" y="75438"/>
                  </a:cubicBezTo>
                  <a:lnTo>
                    <a:pt x="71882" y="71755"/>
                  </a:lnTo>
                  <a:lnTo>
                    <a:pt x="75565" y="75438"/>
                  </a:lnTo>
                  <a:cubicBezTo>
                    <a:pt x="71374" y="79629"/>
                    <a:pt x="66675" y="82804"/>
                    <a:pt x="61214" y="85090"/>
                  </a:cubicBezTo>
                  <a:lnTo>
                    <a:pt x="59309" y="80391"/>
                  </a:lnTo>
                  <a:lnTo>
                    <a:pt x="61214" y="85090"/>
                  </a:lnTo>
                  <a:cubicBezTo>
                    <a:pt x="55753" y="87376"/>
                    <a:pt x="50165" y="88519"/>
                    <a:pt x="44323" y="88519"/>
                  </a:cubicBezTo>
                  <a:lnTo>
                    <a:pt x="44323" y="83439"/>
                  </a:lnTo>
                  <a:lnTo>
                    <a:pt x="44323" y="88519"/>
                  </a:lnTo>
                  <a:cubicBezTo>
                    <a:pt x="38481" y="88519"/>
                    <a:pt x="32766" y="87376"/>
                    <a:pt x="27305" y="85090"/>
                  </a:cubicBezTo>
                  <a:lnTo>
                    <a:pt x="29210" y="80391"/>
                  </a:lnTo>
                  <a:lnTo>
                    <a:pt x="27305" y="85090"/>
                  </a:lnTo>
                  <a:cubicBezTo>
                    <a:pt x="21844" y="82804"/>
                    <a:pt x="17018" y="79629"/>
                    <a:pt x="12954" y="75438"/>
                  </a:cubicBezTo>
                  <a:lnTo>
                    <a:pt x="16637" y="71882"/>
                  </a:lnTo>
                  <a:lnTo>
                    <a:pt x="13081" y="75565"/>
                  </a:lnTo>
                  <a:cubicBezTo>
                    <a:pt x="8890" y="71374"/>
                    <a:pt x="5715" y="66548"/>
                    <a:pt x="3429" y="61214"/>
                  </a:cubicBezTo>
                  <a:lnTo>
                    <a:pt x="8128" y="59309"/>
                  </a:lnTo>
                  <a:lnTo>
                    <a:pt x="3429" y="61214"/>
                  </a:lnTo>
                  <a:cubicBezTo>
                    <a:pt x="1143" y="55753"/>
                    <a:pt x="0" y="50165"/>
                    <a:pt x="0" y="44196"/>
                  </a:cubicBezTo>
                  <a:lnTo>
                    <a:pt x="5080" y="44196"/>
                  </a:lnTo>
                  <a:lnTo>
                    <a:pt x="0" y="44196"/>
                  </a:lnTo>
                  <a:cubicBezTo>
                    <a:pt x="0" y="38354"/>
                    <a:pt x="1143" y="32639"/>
                    <a:pt x="3429" y="27305"/>
                  </a:cubicBezTo>
                  <a:lnTo>
                    <a:pt x="8128" y="29210"/>
                  </a:lnTo>
                  <a:lnTo>
                    <a:pt x="3429" y="27305"/>
                  </a:lnTo>
                  <a:cubicBezTo>
                    <a:pt x="5715" y="21844"/>
                    <a:pt x="8890" y="17018"/>
                    <a:pt x="13081" y="12954"/>
                  </a:cubicBezTo>
                  <a:lnTo>
                    <a:pt x="16637" y="16637"/>
                  </a:lnTo>
                  <a:lnTo>
                    <a:pt x="12954" y="13081"/>
                  </a:lnTo>
                  <a:cubicBezTo>
                    <a:pt x="17145" y="8890"/>
                    <a:pt x="21971" y="5715"/>
                    <a:pt x="27305" y="3429"/>
                  </a:cubicBezTo>
                  <a:lnTo>
                    <a:pt x="29210" y="8128"/>
                  </a:lnTo>
                  <a:lnTo>
                    <a:pt x="27305" y="3429"/>
                  </a:lnTo>
                  <a:cubicBezTo>
                    <a:pt x="32766" y="1143"/>
                    <a:pt x="38354" y="0"/>
                    <a:pt x="44323" y="0"/>
                  </a:cubicBezTo>
                  <a:lnTo>
                    <a:pt x="44323" y="5080"/>
                  </a:lnTo>
                  <a:lnTo>
                    <a:pt x="44323" y="0"/>
                  </a:lnTo>
                  <a:cubicBezTo>
                    <a:pt x="50165" y="0"/>
                    <a:pt x="55880" y="1143"/>
                    <a:pt x="61214" y="3429"/>
                  </a:cubicBezTo>
                  <a:lnTo>
                    <a:pt x="59309" y="8128"/>
                  </a:lnTo>
                  <a:lnTo>
                    <a:pt x="61214" y="3429"/>
                  </a:lnTo>
                  <a:cubicBezTo>
                    <a:pt x="66675" y="5715"/>
                    <a:pt x="71501" y="8890"/>
                    <a:pt x="75565" y="13081"/>
                  </a:cubicBezTo>
                  <a:cubicBezTo>
                    <a:pt x="79756" y="17272"/>
                    <a:pt x="82931" y="22098"/>
                    <a:pt x="85217" y="27432"/>
                  </a:cubicBezTo>
                  <a:lnTo>
                    <a:pt x="80518" y="29337"/>
                  </a:lnTo>
                  <a:lnTo>
                    <a:pt x="85217" y="27432"/>
                  </a:lnTo>
                  <a:cubicBezTo>
                    <a:pt x="87503" y="32893"/>
                    <a:pt x="88646" y="38481"/>
                    <a:pt x="88646" y="44323"/>
                  </a:cubicBezTo>
                  <a:lnTo>
                    <a:pt x="83566" y="44323"/>
                  </a:lnTo>
                  <a:lnTo>
                    <a:pt x="88646" y="44323"/>
                  </a:lnTo>
                  <a:moveTo>
                    <a:pt x="78359" y="44323"/>
                  </a:moveTo>
                  <a:cubicBezTo>
                    <a:pt x="78359" y="39751"/>
                    <a:pt x="77470" y="35433"/>
                    <a:pt x="75819" y="31242"/>
                  </a:cubicBezTo>
                  <a:cubicBezTo>
                    <a:pt x="74041" y="27051"/>
                    <a:pt x="71628" y="23368"/>
                    <a:pt x="68453" y="20193"/>
                  </a:cubicBezTo>
                  <a:lnTo>
                    <a:pt x="72136" y="16510"/>
                  </a:lnTo>
                  <a:lnTo>
                    <a:pt x="68453" y="20193"/>
                  </a:lnTo>
                  <a:cubicBezTo>
                    <a:pt x="65278" y="17018"/>
                    <a:pt x="61595" y="14478"/>
                    <a:pt x="57404" y="12827"/>
                  </a:cubicBezTo>
                  <a:cubicBezTo>
                    <a:pt x="53213" y="11049"/>
                    <a:pt x="48895" y="10287"/>
                    <a:pt x="44323" y="10287"/>
                  </a:cubicBezTo>
                  <a:cubicBezTo>
                    <a:pt x="39751" y="10287"/>
                    <a:pt x="35433" y="11176"/>
                    <a:pt x="31242" y="12827"/>
                  </a:cubicBezTo>
                  <a:cubicBezTo>
                    <a:pt x="27051" y="14605"/>
                    <a:pt x="23368" y="17018"/>
                    <a:pt x="20193" y="20193"/>
                  </a:cubicBezTo>
                  <a:cubicBezTo>
                    <a:pt x="17018" y="23368"/>
                    <a:pt x="14478" y="27051"/>
                    <a:pt x="12827" y="31242"/>
                  </a:cubicBezTo>
                  <a:cubicBezTo>
                    <a:pt x="11049" y="35433"/>
                    <a:pt x="10287" y="39751"/>
                    <a:pt x="10287" y="44323"/>
                  </a:cubicBezTo>
                  <a:cubicBezTo>
                    <a:pt x="10287" y="48895"/>
                    <a:pt x="11176" y="53213"/>
                    <a:pt x="12827" y="57404"/>
                  </a:cubicBezTo>
                  <a:cubicBezTo>
                    <a:pt x="14605" y="61595"/>
                    <a:pt x="17018" y="65278"/>
                    <a:pt x="20193" y="68453"/>
                  </a:cubicBezTo>
                  <a:cubicBezTo>
                    <a:pt x="23368" y="71628"/>
                    <a:pt x="27051" y="74168"/>
                    <a:pt x="31242" y="75819"/>
                  </a:cubicBezTo>
                  <a:cubicBezTo>
                    <a:pt x="35433" y="77597"/>
                    <a:pt x="39751" y="78359"/>
                    <a:pt x="44323" y="78359"/>
                  </a:cubicBezTo>
                  <a:cubicBezTo>
                    <a:pt x="48895" y="78359"/>
                    <a:pt x="53213" y="77470"/>
                    <a:pt x="57404" y="75819"/>
                  </a:cubicBezTo>
                  <a:cubicBezTo>
                    <a:pt x="61595" y="74041"/>
                    <a:pt x="65278" y="71628"/>
                    <a:pt x="68453" y="68453"/>
                  </a:cubicBezTo>
                  <a:cubicBezTo>
                    <a:pt x="71628" y="65278"/>
                    <a:pt x="74041" y="61595"/>
                    <a:pt x="75819" y="57404"/>
                  </a:cubicBezTo>
                  <a:cubicBezTo>
                    <a:pt x="77597" y="53213"/>
                    <a:pt x="78359" y="48895"/>
                    <a:pt x="78359" y="44323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55" id="55"/>
            <p:cNvSpPr/>
            <p:nvPr/>
          </p:nvSpPr>
          <p:spPr>
            <a:xfrm flipH="false" flipV="false" rot="0">
              <a:off x="394321" y="417814"/>
              <a:ext cx="57879" cy="63223"/>
            </a:xfrm>
            <a:custGeom>
              <a:avLst/>
              <a:gdLst/>
              <a:ahLst/>
              <a:cxnLst/>
              <a:rect r="r" b="b" t="t" l="l"/>
              <a:pathLst>
                <a:path h="63223" w="57879">
                  <a:moveTo>
                    <a:pt x="47639" y="18050"/>
                  </a:moveTo>
                  <a:cubicBezTo>
                    <a:pt x="45734" y="15764"/>
                    <a:pt x="43448" y="13986"/>
                    <a:pt x="40781" y="12589"/>
                  </a:cubicBezTo>
                  <a:cubicBezTo>
                    <a:pt x="38114" y="11192"/>
                    <a:pt x="35320" y="10557"/>
                    <a:pt x="32399" y="10303"/>
                  </a:cubicBezTo>
                  <a:lnTo>
                    <a:pt x="32653" y="5223"/>
                  </a:lnTo>
                  <a:lnTo>
                    <a:pt x="32399" y="10303"/>
                  </a:lnTo>
                  <a:cubicBezTo>
                    <a:pt x="29351" y="10176"/>
                    <a:pt x="26557" y="10557"/>
                    <a:pt x="23763" y="11573"/>
                  </a:cubicBezTo>
                  <a:cubicBezTo>
                    <a:pt x="20969" y="12589"/>
                    <a:pt x="18556" y="14113"/>
                    <a:pt x="16397" y="16272"/>
                  </a:cubicBezTo>
                  <a:lnTo>
                    <a:pt x="12841" y="12589"/>
                  </a:lnTo>
                  <a:lnTo>
                    <a:pt x="16397" y="16272"/>
                  </a:lnTo>
                  <a:cubicBezTo>
                    <a:pt x="14238" y="18431"/>
                    <a:pt x="12587" y="20844"/>
                    <a:pt x="11571" y="23511"/>
                  </a:cubicBezTo>
                  <a:cubicBezTo>
                    <a:pt x="10428" y="26305"/>
                    <a:pt x="9920" y="29099"/>
                    <a:pt x="10047" y="32147"/>
                  </a:cubicBezTo>
                  <a:cubicBezTo>
                    <a:pt x="10174" y="35195"/>
                    <a:pt x="10809" y="37989"/>
                    <a:pt x="12079" y="40656"/>
                  </a:cubicBezTo>
                  <a:cubicBezTo>
                    <a:pt x="13349" y="43323"/>
                    <a:pt x="15127" y="45609"/>
                    <a:pt x="17413" y="47641"/>
                  </a:cubicBezTo>
                  <a:cubicBezTo>
                    <a:pt x="19699" y="49546"/>
                    <a:pt x="22239" y="51070"/>
                    <a:pt x="25033" y="51959"/>
                  </a:cubicBezTo>
                  <a:lnTo>
                    <a:pt x="23509" y="56912"/>
                  </a:lnTo>
                  <a:lnTo>
                    <a:pt x="25033" y="51959"/>
                  </a:lnTo>
                  <a:cubicBezTo>
                    <a:pt x="27954" y="52848"/>
                    <a:pt x="30748" y="53102"/>
                    <a:pt x="33796" y="52848"/>
                  </a:cubicBezTo>
                  <a:lnTo>
                    <a:pt x="34304" y="57928"/>
                  </a:lnTo>
                  <a:lnTo>
                    <a:pt x="33796" y="52848"/>
                  </a:lnTo>
                  <a:cubicBezTo>
                    <a:pt x="36717" y="52467"/>
                    <a:pt x="39511" y="51578"/>
                    <a:pt x="42178" y="50181"/>
                  </a:cubicBezTo>
                  <a:lnTo>
                    <a:pt x="44718" y="54626"/>
                  </a:lnTo>
                  <a:lnTo>
                    <a:pt x="42178" y="50181"/>
                  </a:lnTo>
                  <a:cubicBezTo>
                    <a:pt x="44718" y="48657"/>
                    <a:pt x="46877" y="46752"/>
                    <a:pt x="48655" y="44339"/>
                  </a:cubicBezTo>
                  <a:cubicBezTo>
                    <a:pt x="50433" y="41926"/>
                    <a:pt x="53481" y="41545"/>
                    <a:pt x="55767" y="43196"/>
                  </a:cubicBezTo>
                  <a:cubicBezTo>
                    <a:pt x="58053" y="44847"/>
                    <a:pt x="58561" y="48022"/>
                    <a:pt x="56910" y="50308"/>
                  </a:cubicBezTo>
                  <a:cubicBezTo>
                    <a:pt x="54243" y="53864"/>
                    <a:pt x="51068" y="56785"/>
                    <a:pt x="47258" y="58944"/>
                  </a:cubicBezTo>
                  <a:cubicBezTo>
                    <a:pt x="43448" y="61103"/>
                    <a:pt x="39384" y="62500"/>
                    <a:pt x="34939" y="63008"/>
                  </a:cubicBezTo>
                  <a:cubicBezTo>
                    <a:pt x="30621" y="63516"/>
                    <a:pt x="26303" y="63135"/>
                    <a:pt x="22112" y="61738"/>
                  </a:cubicBezTo>
                  <a:cubicBezTo>
                    <a:pt x="17921" y="60468"/>
                    <a:pt x="14111" y="58309"/>
                    <a:pt x="10809" y="55388"/>
                  </a:cubicBezTo>
                  <a:lnTo>
                    <a:pt x="14238" y="51578"/>
                  </a:lnTo>
                  <a:lnTo>
                    <a:pt x="10936" y="55388"/>
                  </a:lnTo>
                  <a:cubicBezTo>
                    <a:pt x="7634" y="52467"/>
                    <a:pt x="4967" y="49038"/>
                    <a:pt x="3062" y="45101"/>
                  </a:cubicBezTo>
                  <a:lnTo>
                    <a:pt x="7634" y="42942"/>
                  </a:lnTo>
                  <a:lnTo>
                    <a:pt x="3062" y="45101"/>
                  </a:lnTo>
                  <a:cubicBezTo>
                    <a:pt x="1157" y="41164"/>
                    <a:pt x="141" y="36846"/>
                    <a:pt x="14" y="32528"/>
                  </a:cubicBezTo>
                  <a:lnTo>
                    <a:pt x="5094" y="32401"/>
                  </a:lnTo>
                  <a:lnTo>
                    <a:pt x="14" y="32528"/>
                  </a:lnTo>
                  <a:cubicBezTo>
                    <a:pt x="-113" y="28083"/>
                    <a:pt x="649" y="23892"/>
                    <a:pt x="2300" y="19828"/>
                  </a:cubicBezTo>
                  <a:lnTo>
                    <a:pt x="6999" y="21733"/>
                  </a:lnTo>
                  <a:lnTo>
                    <a:pt x="2300" y="19828"/>
                  </a:lnTo>
                  <a:cubicBezTo>
                    <a:pt x="3951" y="15764"/>
                    <a:pt x="6364" y="12208"/>
                    <a:pt x="9539" y="9033"/>
                  </a:cubicBezTo>
                  <a:cubicBezTo>
                    <a:pt x="12714" y="5985"/>
                    <a:pt x="16397" y="3699"/>
                    <a:pt x="20461" y="2048"/>
                  </a:cubicBezTo>
                  <a:lnTo>
                    <a:pt x="22239" y="6874"/>
                  </a:lnTo>
                  <a:lnTo>
                    <a:pt x="20461" y="2048"/>
                  </a:lnTo>
                  <a:cubicBezTo>
                    <a:pt x="24652" y="524"/>
                    <a:pt x="28843" y="-111"/>
                    <a:pt x="33288" y="16"/>
                  </a:cubicBezTo>
                  <a:cubicBezTo>
                    <a:pt x="37733" y="270"/>
                    <a:pt x="41797" y="1413"/>
                    <a:pt x="45861" y="3318"/>
                  </a:cubicBezTo>
                  <a:lnTo>
                    <a:pt x="43575" y="7890"/>
                  </a:lnTo>
                  <a:lnTo>
                    <a:pt x="45861" y="3318"/>
                  </a:lnTo>
                  <a:cubicBezTo>
                    <a:pt x="49798" y="5350"/>
                    <a:pt x="53227" y="8017"/>
                    <a:pt x="56021" y="11446"/>
                  </a:cubicBezTo>
                  <a:cubicBezTo>
                    <a:pt x="57799" y="13605"/>
                    <a:pt x="57545" y="16907"/>
                    <a:pt x="55386" y="18685"/>
                  </a:cubicBezTo>
                  <a:cubicBezTo>
                    <a:pt x="53227" y="20463"/>
                    <a:pt x="49925" y="20209"/>
                    <a:pt x="48147" y="1805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56" id="56"/>
            <p:cNvSpPr/>
            <p:nvPr/>
          </p:nvSpPr>
          <p:spPr>
            <a:xfrm flipH="false" flipV="false" rot="0">
              <a:off x="536159" y="418030"/>
              <a:ext cx="56816" cy="62974"/>
            </a:xfrm>
            <a:custGeom>
              <a:avLst/>
              <a:gdLst/>
              <a:ahLst/>
              <a:cxnLst/>
              <a:rect r="r" b="b" t="t" l="l"/>
              <a:pathLst>
                <a:path h="62974" w="56816">
                  <a:moveTo>
                    <a:pt x="9052" y="44885"/>
                  </a:moveTo>
                  <a:cubicBezTo>
                    <a:pt x="10957" y="47171"/>
                    <a:pt x="13116" y="48949"/>
                    <a:pt x="15783" y="50219"/>
                  </a:cubicBezTo>
                  <a:cubicBezTo>
                    <a:pt x="18450" y="51616"/>
                    <a:pt x="21117" y="52378"/>
                    <a:pt x="24038" y="52505"/>
                  </a:cubicBezTo>
                  <a:cubicBezTo>
                    <a:pt x="26959" y="52759"/>
                    <a:pt x="29753" y="52251"/>
                    <a:pt x="32547" y="51362"/>
                  </a:cubicBezTo>
                  <a:cubicBezTo>
                    <a:pt x="35341" y="50346"/>
                    <a:pt x="37754" y="48949"/>
                    <a:pt x="39913" y="46917"/>
                  </a:cubicBezTo>
                  <a:lnTo>
                    <a:pt x="43342" y="50727"/>
                  </a:lnTo>
                  <a:lnTo>
                    <a:pt x="39786" y="46917"/>
                  </a:lnTo>
                  <a:cubicBezTo>
                    <a:pt x="41945" y="44885"/>
                    <a:pt x="43596" y="42599"/>
                    <a:pt x="44739" y="39932"/>
                  </a:cubicBezTo>
                  <a:lnTo>
                    <a:pt x="49438" y="41964"/>
                  </a:lnTo>
                  <a:lnTo>
                    <a:pt x="44739" y="39932"/>
                  </a:lnTo>
                  <a:cubicBezTo>
                    <a:pt x="45882" y="37265"/>
                    <a:pt x="46517" y="34471"/>
                    <a:pt x="46517" y="31550"/>
                  </a:cubicBezTo>
                  <a:cubicBezTo>
                    <a:pt x="46517" y="28629"/>
                    <a:pt x="46009" y="25835"/>
                    <a:pt x="44866" y="23168"/>
                  </a:cubicBezTo>
                  <a:cubicBezTo>
                    <a:pt x="43723" y="20501"/>
                    <a:pt x="42072" y="18088"/>
                    <a:pt x="40040" y="16056"/>
                  </a:cubicBezTo>
                  <a:lnTo>
                    <a:pt x="43596" y="12373"/>
                  </a:lnTo>
                  <a:lnTo>
                    <a:pt x="40040" y="16056"/>
                  </a:lnTo>
                  <a:cubicBezTo>
                    <a:pt x="37881" y="14024"/>
                    <a:pt x="35468" y="12500"/>
                    <a:pt x="32801" y="11484"/>
                  </a:cubicBezTo>
                  <a:cubicBezTo>
                    <a:pt x="30007" y="10468"/>
                    <a:pt x="27213" y="9960"/>
                    <a:pt x="24292" y="10214"/>
                  </a:cubicBezTo>
                  <a:lnTo>
                    <a:pt x="24038" y="5134"/>
                  </a:lnTo>
                  <a:lnTo>
                    <a:pt x="24292" y="10214"/>
                  </a:lnTo>
                  <a:cubicBezTo>
                    <a:pt x="21371" y="10341"/>
                    <a:pt x="18577" y="11103"/>
                    <a:pt x="15910" y="12373"/>
                  </a:cubicBezTo>
                  <a:lnTo>
                    <a:pt x="13624" y="7801"/>
                  </a:lnTo>
                  <a:lnTo>
                    <a:pt x="15910" y="12373"/>
                  </a:lnTo>
                  <a:cubicBezTo>
                    <a:pt x="13243" y="13643"/>
                    <a:pt x="11084" y="15421"/>
                    <a:pt x="9179" y="17707"/>
                  </a:cubicBezTo>
                  <a:cubicBezTo>
                    <a:pt x="7274" y="19993"/>
                    <a:pt x="4099" y="20120"/>
                    <a:pt x="1940" y="18215"/>
                  </a:cubicBezTo>
                  <a:cubicBezTo>
                    <a:pt x="-219" y="16310"/>
                    <a:pt x="-473" y="13135"/>
                    <a:pt x="1432" y="10976"/>
                  </a:cubicBezTo>
                  <a:cubicBezTo>
                    <a:pt x="4226" y="7674"/>
                    <a:pt x="7655" y="5134"/>
                    <a:pt x="11465" y="3229"/>
                  </a:cubicBezTo>
                  <a:cubicBezTo>
                    <a:pt x="15402" y="1324"/>
                    <a:pt x="19466" y="308"/>
                    <a:pt x="23784" y="54"/>
                  </a:cubicBezTo>
                  <a:cubicBezTo>
                    <a:pt x="28102" y="-200"/>
                    <a:pt x="32293" y="435"/>
                    <a:pt x="36357" y="1959"/>
                  </a:cubicBezTo>
                  <a:lnTo>
                    <a:pt x="34579" y="6785"/>
                  </a:lnTo>
                  <a:lnTo>
                    <a:pt x="36357" y="1959"/>
                  </a:lnTo>
                  <a:cubicBezTo>
                    <a:pt x="40421" y="3483"/>
                    <a:pt x="43977" y="5769"/>
                    <a:pt x="47152" y="8690"/>
                  </a:cubicBezTo>
                  <a:cubicBezTo>
                    <a:pt x="50200" y="11738"/>
                    <a:pt x="52740" y="15167"/>
                    <a:pt x="54391" y="19231"/>
                  </a:cubicBezTo>
                  <a:lnTo>
                    <a:pt x="49692" y="21263"/>
                  </a:lnTo>
                  <a:lnTo>
                    <a:pt x="54391" y="19231"/>
                  </a:lnTo>
                  <a:cubicBezTo>
                    <a:pt x="56042" y="23168"/>
                    <a:pt x="56931" y="27359"/>
                    <a:pt x="56804" y="31677"/>
                  </a:cubicBezTo>
                  <a:lnTo>
                    <a:pt x="51724" y="31677"/>
                  </a:lnTo>
                  <a:lnTo>
                    <a:pt x="56804" y="31677"/>
                  </a:lnTo>
                  <a:cubicBezTo>
                    <a:pt x="56804" y="35995"/>
                    <a:pt x="55915" y="40186"/>
                    <a:pt x="54137" y="44123"/>
                  </a:cubicBezTo>
                  <a:cubicBezTo>
                    <a:pt x="52359" y="48060"/>
                    <a:pt x="49946" y="51489"/>
                    <a:pt x="46771" y="54537"/>
                  </a:cubicBezTo>
                  <a:cubicBezTo>
                    <a:pt x="43596" y="57458"/>
                    <a:pt x="39913" y="59744"/>
                    <a:pt x="35849" y="61141"/>
                  </a:cubicBezTo>
                  <a:lnTo>
                    <a:pt x="34198" y="56315"/>
                  </a:lnTo>
                  <a:lnTo>
                    <a:pt x="35976" y="61141"/>
                  </a:lnTo>
                  <a:cubicBezTo>
                    <a:pt x="31912" y="62538"/>
                    <a:pt x="27721" y="63173"/>
                    <a:pt x="23403" y="62919"/>
                  </a:cubicBezTo>
                  <a:lnTo>
                    <a:pt x="23784" y="57839"/>
                  </a:lnTo>
                  <a:lnTo>
                    <a:pt x="23403" y="62919"/>
                  </a:lnTo>
                  <a:cubicBezTo>
                    <a:pt x="19085" y="62665"/>
                    <a:pt x="15021" y="61522"/>
                    <a:pt x="11084" y="59490"/>
                  </a:cubicBezTo>
                  <a:lnTo>
                    <a:pt x="13370" y="54918"/>
                  </a:lnTo>
                  <a:lnTo>
                    <a:pt x="11084" y="59490"/>
                  </a:lnTo>
                  <a:cubicBezTo>
                    <a:pt x="7274" y="57585"/>
                    <a:pt x="3845" y="54918"/>
                    <a:pt x="1178" y="51489"/>
                  </a:cubicBezTo>
                  <a:cubicBezTo>
                    <a:pt x="-600" y="49330"/>
                    <a:pt x="-346" y="46028"/>
                    <a:pt x="1813" y="44250"/>
                  </a:cubicBezTo>
                  <a:cubicBezTo>
                    <a:pt x="3972" y="42472"/>
                    <a:pt x="7274" y="42726"/>
                    <a:pt x="9052" y="44885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57" id="57"/>
            <p:cNvSpPr/>
            <p:nvPr/>
          </p:nvSpPr>
          <p:spPr>
            <a:xfrm flipH="false" flipV="false" rot="0">
              <a:off x="572765" y="533776"/>
              <a:ext cx="41540" cy="11822"/>
            </a:xfrm>
            <a:custGeom>
              <a:avLst/>
              <a:gdLst/>
              <a:ahLst/>
              <a:cxnLst/>
              <a:rect r="r" b="b" t="t" l="l"/>
              <a:pathLst>
                <a:path h="11822" w="41540">
                  <a:moveTo>
                    <a:pt x="4831" y="1656"/>
                  </a:moveTo>
                  <a:lnTo>
                    <a:pt x="36200" y="5"/>
                  </a:lnTo>
                  <a:cubicBezTo>
                    <a:pt x="38994" y="-122"/>
                    <a:pt x="41407" y="2037"/>
                    <a:pt x="41534" y="4831"/>
                  </a:cubicBezTo>
                  <a:cubicBezTo>
                    <a:pt x="41661" y="7625"/>
                    <a:pt x="39502" y="10038"/>
                    <a:pt x="36708" y="10165"/>
                  </a:cubicBezTo>
                  <a:lnTo>
                    <a:pt x="5339" y="11816"/>
                  </a:lnTo>
                  <a:cubicBezTo>
                    <a:pt x="2545" y="11943"/>
                    <a:pt x="132" y="9784"/>
                    <a:pt x="5" y="6990"/>
                  </a:cubicBezTo>
                  <a:cubicBezTo>
                    <a:pt x="-122" y="4196"/>
                    <a:pt x="2037" y="1783"/>
                    <a:pt x="4831" y="1656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58" id="58"/>
            <p:cNvSpPr/>
            <p:nvPr/>
          </p:nvSpPr>
          <p:spPr>
            <a:xfrm flipH="false" flipV="false" rot="0">
              <a:off x="377190" y="535559"/>
              <a:ext cx="36449" cy="10160"/>
            </a:xfrm>
            <a:custGeom>
              <a:avLst/>
              <a:gdLst/>
              <a:ahLst/>
              <a:cxnLst/>
              <a:rect r="r" b="b" t="t" l="l"/>
              <a:pathLst>
                <a:path h="10160" w="36449">
                  <a:moveTo>
                    <a:pt x="31369" y="10160"/>
                  </a:moveTo>
                  <a:lnTo>
                    <a:pt x="5080" y="10160"/>
                  </a:lnTo>
                  <a:cubicBezTo>
                    <a:pt x="2286" y="10160"/>
                    <a:pt x="0" y="7874"/>
                    <a:pt x="0" y="5080"/>
                  </a:cubicBezTo>
                  <a:cubicBezTo>
                    <a:pt x="0" y="2286"/>
                    <a:pt x="2286" y="0"/>
                    <a:pt x="5080" y="0"/>
                  </a:cubicBezTo>
                  <a:lnTo>
                    <a:pt x="31369" y="0"/>
                  </a:lnTo>
                  <a:cubicBezTo>
                    <a:pt x="34163" y="0"/>
                    <a:pt x="36449" y="2286"/>
                    <a:pt x="36449" y="5080"/>
                  </a:cubicBezTo>
                  <a:cubicBezTo>
                    <a:pt x="36449" y="7874"/>
                    <a:pt x="34163" y="10160"/>
                    <a:pt x="31369" y="1016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59" id="59"/>
            <p:cNvSpPr/>
            <p:nvPr/>
          </p:nvSpPr>
          <p:spPr>
            <a:xfrm flipH="false" flipV="false" rot="0">
              <a:off x="416645" y="571077"/>
              <a:ext cx="10878" cy="11640"/>
            </a:xfrm>
            <a:custGeom>
              <a:avLst/>
              <a:gdLst/>
              <a:ahLst/>
              <a:cxnLst/>
              <a:rect r="r" b="b" t="t" l="l"/>
              <a:pathLst>
                <a:path h="11640" w="10878">
                  <a:moveTo>
                    <a:pt x="9821" y="3090"/>
                  </a:moveTo>
                  <a:lnTo>
                    <a:pt x="10456" y="4487"/>
                  </a:lnTo>
                  <a:cubicBezTo>
                    <a:pt x="11599" y="7027"/>
                    <a:pt x="10329" y="10075"/>
                    <a:pt x="7789" y="11218"/>
                  </a:cubicBezTo>
                  <a:cubicBezTo>
                    <a:pt x="5249" y="12361"/>
                    <a:pt x="2201" y="11091"/>
                    <a:pt x="1058" y="8551"/>
                  </a:cubicBezTo>
                  <a:lnTo>
                    <a:pt x="423" y="7154"/>
                  </a:lnTo>
                  <a:cubicBezTo>
                    <a:pt x="-720" y="4614"/>
                    <a:pt x="550" y="1566"/>
                    <a:pt x="3090" y="423"/>
                  </a:cubicBezTo>
                  <a:cubicBezTo>
                    <a:pt x="5630" y="-720"/>
                    <a:pt x="8678" y="550"/>
                    <a:pt x="9821" y="309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60" id="60"/>
            <p:cNvSpPr/>
            <p:nvPr/>
          </p:nvSpPr>
          <p:spPr>
            <a:xfrm flipH="false" flipV="false" rot="0">
              <a:off x="372745" y="516636"/>
              <a:ext cx="10287" cy="24892"/>
            </a:xfrm>
            <a:custGeom>
              <a:avLst/>
              <a:gdLst/>
              <a:ahLst/>
              <a:cxnLst/>
              <a:rect r="r" b="b" t="t" l="l"/>
              <a:pathLst>
                <a:path h="24892" w="10287">
                  <a:moveTo>
                    <a:pt x="0" y="19685"/>
                  </a:moveTo>
                  <a:lnTo>
                    <a:pt x="0" y="5080"/>
                  </a:lnTo>
                  <a:cubicBezTo>
                    <a:pt x="0" y="2286"/>
                    <a:pt x="2286" y="0"/>
                    <a:pt x="5207" y="0"/>
                  </a:cubicBezTo>
                  <a:cubicBezTo>
                    <a:pt x="8128" y="0"/>
                    <a:pt x="10287" y="2286"/>
                    <a:pt x="10287" y="5207"/>
                  </a:cubicBezTo>
                  <a:lnTo>
                    <a:pt x="10287" y="19812"/>
                  </a:lnTo>
                  <a:cubicBezTo>
                    <a:pt x="10287" y="22606"/>
                    <a:pt x="8001" y="24892"/>
                    <a:pt x="5080" y="24892"/>
                  </a:cubicBezTo>
                  <a:cubicBezTo>
                    <a:pt x="2159" y="24892"/>
                    <a:pt x="0" y="22606"/>
                    <a:pt x="0" y="19685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61" id="61"/>
            <p:cNvSpPr/>
            <p:nvPr/>
          </p:nvSpPr>
          <p:spPr>
            <a:xfrm flipH="false" flipV="false" rot="0">
              <a:off x="475996" y="496062"/>
              <a:ext cx="35687" cy="10160"/>
            </a:xfrm>
            <a:custGeom>
              <a:avLst/>
              <a:gdLst/>
              <a:ahLst/>
              <a:cxnLst/>
              <a:rect r="r" b="b" t="t" l="l"/>
              <a:pathLst>
                <a:path h="10160" w="35687">
                  <a:moveTo>
                    <a:pt x="5080" y="0"/>
                  </a:moveTo>
                  <a:lnTo>
                    <a:pt x="30607" y="0"/>
                  </a:lnTo>
                  <a:cubicBezTo>
                    <a:pt x="33401" y="0"/>
                    <a:pt x="35687" y="2286"/>
                    <a:pt x="35687" y="5080"/>
                  </a:cubicBezTo>
                  <a:cubicBezTo>
                    <a:pt x="35687" y="7874"/>
                    <a:pt x="33401" y="10160"/>
                    <a:pt x="30607" y="10160"/>
                  </a:cubicBezTo>
                  <a:lnTo>
                    <a:pt x="5080" y="10160"/>
                  </a:lnTo>
                  <a:cubicBezTo>
                    <a:pt x="2286" y="10160"/>
                    <a:pt x="0" y="7874"/>
                    <a:pt x="0" y="5080"/>
                  </a:cubicBezTo>
                  <a:cubicBezTo>
                    <a:pt x="0" y="2286"/>
                    <a:pt x="2286" y="0"/>
                    <a:pt x="508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Freeform 62" id="62"/>
            <p:cNvSpPr/>
            <p:nvPr/>
          </p:nvSpPr>
          <p:spPr>
            <a:xfrm flipH="false" flipV="false" rot="0">
              <a:off x="421005" y="572897"/>
              <a:ext cx="145669" cy="10160"/>
            </a:xfrm>
            <a:custGeom>
              <a:avLst/>
              <a:gdLst/>
              <a:ahLst/>
              <a:cxnLst/>
              <a:rect r="r" b="b" t="t" l="l"/>
              <a:pathLst>
                <a:path h="10160" w="145669">
                  <a:moveTo>
                    <a:pt x="140589" y="10160"/>
                  </a:moveTo>
                  <a:lnTo>
                    <a:pt x="5080" y="10160"/>
                  </a:lnTo>
                  <a:cubicBezTo>
                    <a:pt x="2286" y="10160"/>
                    <a:pt x="0" y="7874"/>
                    <a:pt x="0" y="5080"/>
                  </a:cubicBezTo>
                  <a:cubicBezTo>
                    <a:pt x="0" y="2286"/>
                    <a:pt x="2286" y="0"/>
                    <a:pt x="5080" y="0"/>
                  </a:cubicBezTo>
                  <a:lnTo>
                    <a:pt x="140589" y="0"/>
                  </a:lnTo>
                  <a:cubicBezTo>
                    <a:pt x="143383" y="0"/>
                    <a:pt x="145669" y="2286"/>
                    <a:pt x="145669" y="5080"/>
                  </a:cubicBezTo>
                  <a:cubicBezTo>
                    <a:pt x="145669" y="7874"/>
                    <a:pt x="143383" y="10160"/>
                    <a:pt x="140589" y="1016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name="TextBox 63" id="63"/>
          <p:cNvSpPr txBox="true"/>
          <p:nvPr/>
        </p:nvSpPr>
        <p:spPr>
          <a:xfrm rot="0">
            <a:off x="1900432" y="714439"/>
            <a:ext cx="6430441" cy="15292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21"/>
              </a:lnSpc>
            </a:pPr>
            <a:r>
              <a:rPr lang="en-US" sz="4921">
                <a:solidFill>
                  <a:srgbClr val="091C5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Personalized Memory System (Mem0)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2143233" y="6753357"/>
            <a:ext cx="2190269" cy="4851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38"/>
              </a:lnSpc>
            </a:pPr>
            <a:r>
              <a:rPr lang="en-US" sz="2956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Faster Resolution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3877791" y="7297557"/>
            <a:ext cx="48790" cy="33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76"/>
              </a:lnSpc>
            </a:pPr>
            <a:r>
              <a:rPr lang="en-US" sz="1911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 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2143233" y="3745320"/>
            <a:ext cx="2392884" cy="4851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38"/>
              </a:lnSpc>
            </a:pPr>
            <a:r>
              <a:rPr lang="en-US" sz="2956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Stores User History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4058449" y="4303010"/>
            <a:ext cx="48790" cy="33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76"/>
              </a:lnSpc>
            </a:pPr>
            <a:r>
              <a:rPr lang="en-US" sz="1911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 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6473187" y="3745320"/>
            <a:ext cx="2693575" cy="4851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38"/>
              </a:lnSpc>
            </a:pPr>
            <a:r>
              <a:rPr lang="en-US" sz="2956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Retrieves Preferences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7266419" y="4303010"/>
            <a:ext cx="48790" cy="330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76"/>
              </a:lnSpc>
            </a:pPr>
            <a:r>
              <a:rPr lang="en-US" sz="1911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 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2143233" y="4255385"/>
            <a:ext cx="3249219" cy="907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64"/>
              </a:lnSpc>
            </a:pPr>
            <a:r>
              <a:rPr lang="en-US" sz="2336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Remembers pastissues and solutions per user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2143233" y="7297557"/>
            <a:ext cx="4106263" cy="3834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1"/>
              </a:lnSpc>
            </a:pPr>
            <a:r>
              <a:rPr lang="en-US" sz="2336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Personalization speedup</a:t>
            </a:r>
            <a:r>
              <a:rPr lang="en-US" sz="2336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 troubleshooting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6473187" y="4303010"/>
            <a:ext cx="2866684" cy="3834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1"/>
              </a:lnSpc>
            </a:pPr>
            <a:r>
              <a:rPr lang="en-US" sz="2336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Recalls</a:t>
            </a:r>
            <a:r>
              <a:rPr lang="en-US" sz="2336">
                <a:solidFill>
                  <a:srgbClr val="000000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 </a:t>
            </a:r>
            <a:r>
              <a:rPr lang="en-US" sz="2336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user-specific</a:t>
            </a:r>
            <a:r>
              <a:rPr lang="en-US" sz="2336">
                <a:solidFill>
                  <a:srgbClr val="000000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 </a:t>
            </a:r>
            <a:r>
              <a:rPr lang="en-US" sz="2336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settings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6473187" y="4694189"/>
            <a:ext cx="1067454" cy="3834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1"/>
              </a:lnSpc>
            </a:pPr>
            <a:r>
              <a:rPr lang="en-US" sz="2336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and habits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2689536" y="8463938"/>
            <a:ext cx="7530343" cy="907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64"/>
              </a:lnSpc>
            </a:pPr>
            <a:r>
              <a:rPr lang="en-US" sz="2336">
                <a:solidFill>
                  <a:srgbClr val="000000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Example: "User prefers restarting router for WiFi issues" — Mem0 recalls this and applies it automatically.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03839" y="-89457"/>
            <a:ext cx="16280309" cy="10456966"/>
            <a:chOff x="0" y="0"/>
            <a:chExt cx="11557000" cy="74231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63500" y="63500"/>
              <a:ext cx="11430000" cy="7296150"/>
            </a:xfrm>
            <a:custGeom>
              <a:avLst/>
              <a:gdLst/>
              <a:ahLst/>
              <a:cxnLst/>
              <a:rect r="r" b="b" t="t" l="l"/>
              <a:pathLst>
                <a:path h="7296150" w="11430000">
                  <a:moveTo>
                    <a:pt x="0" y="7296150"/>
                  </a:moveTo>
                  <a:lnTo>
                    <a:pt x="11430000" y="7296150"/>
                  </a:lnTo>
                  <a:lnTo>
                    <a:pt x="11430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5F5F6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3500" y="64008"/>
              <a:ext cx="11430000" cy="7295642"/>
            </a:xfrm>
            <a:custGeom>
              <a:avLst/>
              <a:gdLst/>
              <a:ahLst/>
              <a:cxnLst/>
              <a:rect r="r" b="b" t="t" l="l"/>
              <a:pathLst>
                <a:path h="7295642" w="11430000">
                  <a:moveTo>
                    <a:pt x="0" y="0"/>
                  </a:moveTo>
                  <a:lnTo>
                    <a:pt x="0" y="7295642"/>
                  </a:lnTo>
                  <a:lnTo>
                    <a:pt x="11430000" y="7295642"/>
                  </a:lnTo>
                  <a:lnTo>
                    <a:pt x="11430000" y="0"/>
                  </a:lnTo>
                  <a:close/>
                </a:path>
              </a:pathLst>
            </a:custGeom>
            <a:solidFill>
              <a:srgbClr val="DEEEFF"/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63500" y="63500"/>
              <a:ext cx="11430000" cy="7296150"/>
            </a:xfrm>
            <a:custGeom>
              <a:avLst/>
              <a:gdLst/>
              <a:ahLst/>
              <a:cxnLst/>
              <a:rect r="r" b="b" t="t" l="l"/>
              <a:pathLst>
                <a:path h="7296150" w="11430000">
                  <a:moveTo>
                    <a:pt x="0" y="7296150"/>
                  </a:moveTo>
                  <a:lnTo>
                    <a:pt x="11430000" y="7296150"/>
                  </a:lnTo>
                  <a:lnTo>
                    <a:pt x="11430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EEEFF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63500" y="64008"/>
              <a:ext cx="11430000" cy="7295642"/>
            </a:xfrm>
            <a:custGeom>
              <a:avLst/>
              <a:gdLst/>
              <a:ahLst/>
              <a:cxnLst/>
              <a:rect r="r" b="b" t="t" l="l"/>
              <a:pathLst>
                <a:path h="7295642" w="11430000">
                  <a:moveTo>
                    <a:pt x="0" y="0"/>
                  </a:moveTo>
                  <a:lnTo>
                    <a:pt x="0" y="7295642"/>
                  </a:lnTo>
                  <a:lnTo>
                    <a:pt x="11430000" y="7295642"/>
                  </a:lnTo>
                  <a:lnTo>
                    <a:pt x="114300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1938619" y="2052930"/>
            <a:ext cx="9164385" cy="5192704"/>
            <a:chOff x="0" y="0"/>
            <a:chExt cx="8674100" cy="49149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674227" cy="4914900"/>
            </a:xfrm>
            <a:custGeom>
              <a:avLst/>
              <a:gdLst/>
              <a:ahLst/>
              <a:cxnLst/>
              <a:rect r="r" b="b" t="t" l="l"/>
              <a:pathLst>
                <a:path h="4914900" w="8674227">
                  <a:moveTo>
                    <a:pt x="171450" y="0"/>
                  </a:moveTo>
                  <a:cubicBezTo>
                    <a:pt x="148717" y="0"/>
                    <a:pt x="126873" y="4318"/>
                    <a:pt x="105791" y="13081"/>
                  </a:cubicBezTo>
                  <a:cubicBezTo>
                    <a:pt x="84709" y="21844"/>
                    <a:pt x="66294" y="34163"/>
                    <a:pt x="50165" y="50165"/>
                  </a:cubicBezTo>
                  <a:cubicBezTo>
                    <a:pt x="34036" y="66167"/>
                    <a:pt x="21717" y="84836"/>
                    <a:pt x="13081" y="105791"/>
                  </a:cubicBezTo>
                  <a:cubicBezTo>
                    <a:pt x="4445" y="126746"/>
                    <a:pt x="0" y="148717"/>
                    <a:pt x="0" y="171450"/>
                  </a:cubicBezTo>
                  <a:lnTo>
                    <a:pt x="0" y="4743450"/>
                  </a:lnTo>
                  <a:cubicBezTo>
                    <a:pt x="0" y="4766183"/>
                    <a:pt x="4318" y="4788027"/>
                    <a:pt x="13081" y="4809109"/>
                  </a:cubicBezTo>
                  <a:cubicBezTo>
                    <a:pt x="21844" y="4830191"/>
                    <a:pt x="34163" y="4848606"/>
                    <a:pt x="50292" y="4864735"/>
                  </a:cubicBezTo>
                  <a:cubicBezTo>
                    <a:pt x="66421" y="4880864"/>
                    <a:pt x="84963" y="4893183"/>
                    <a:pt x="105918" y="4901946"/>
                  </a:cubicBezTo>
                  <a:cubicBezTo>
                    <a:pt x="126873" y="4910709"/>
                    <a:pt x="148717" y="4914900"/>
                    <a:pt x="171450" y="4914900"/>
                  </a:cubicBezTo>
                  <a:lnTo>
                    <a:pt x="8502650" y="4914900"/>
                  </a:lnTo>
                  <a:cubicBezTo>
                    <a:pt x="8525383" y="4914900"/>
                    <a:pt x="8547227" y="4910582"/>
                    <a:pt x="8568309" y="4901819"/>
                  </a:cubicBezTo>
                  <a:cubicBezTo>
                    <a:pt x="8589391" y="4893056"/>
                    <a:pt x="8607806" y="4880737"/>
                    <a:pt x="8623935" y="4864608"/>
                  </a:cubicBezTo>
                  <a:cubicBezTo>
                    <a:pt x="8640064" y="4848479"/>
                    <a:pt x="8652383" y="4829937"/>
                    <a:pt x="8661146" y="4808982"/>
                  </a:cubicBezTo>
                  <a:cubicBezTo>
                    <a:pt x="8669909" y="4788027"/>
                    <a:pt x="8674227" y="4766056"/>
                    <a:pt x="8674227" y="4743323"/>
                  </a:cubicBezTo>
                  <a:lnTo>
                    <a:pt x="8674227" y="171450"/>
                  </a:lnTo>
                  <a:cubicBezTo>
                    <a:pt x="8674227" y="148717"/>
                    <a:pt x="8669909" y="126873"/>
                    <a:pt x="8661146" y="105791"/>
                  </a:cubicBezTo>
                  <a:cubicBezTo>
                    <a:pt x="8652383" y="84709"/>
                    <a:pt x="8640064" y="66294"/>
                    <a:pt x="8623935" y="50165"/>
                  </a:cubicBezTo>
                  <a:cubicBezTo>
                    <a:pt x="8607806" y="34036"/>
                    <a:pt x="8589264" y="21717"/>
                    <a:pt x="8568309" y="12954"/>
                  </a:cubicBezTo>
                  <a:cubicBezTo>
                    <a:pt x="8547354" y="4191"/>
                    <a:pt x="8525383" y="0"/>
                    <a:pt x="8502650" y="0"/>
                  </a:cubicBezTo>
                  <a:close/>
                </a:path>
              </a:pathLst>
            </a:custGeom>
            <a:blipFill>
              <a:blip r:embed="rId2"/>
              <a:stretch>
                <a:fillRect l="0" t="0" r="1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849163" y="7692891"/>
            <a:ext cx="4821473" cy="2017144"/>
            <a:chOff x="0" y="0"/>
            <a:chExt cx="3422650" cy="143192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72898" y="72898"/>
              <a:ext cx="3276854" cy="1286004"/>
            </a:xfrm>
            <a:custGeom>
              <a:avLst/>
              <a:gdLst/>
              <a:ahLst/>
              <a:cxnLst/>
              <a:rect r="r" b="b" t="t" l="l"/>
              <a:pathLst>
                <a:path h="1286004" w="3276854">
                  <a:moveTo>
                    <a:pt x="127" y="1166878"/>
                  </a:moveTo>
                  <a:lnTo>
                    <a:pt x="127" y="119126"/>
                  </a:lnTo>
                  <a:cubicBezTo>
                    <a:pt x="127" y="111252"/>
                    <a:pt x="889" y="103632"/>
                    <a:pt x="2413" y="95885"/>
                  </a:cubicBezTo>
                  <a:cubicBezTo>
                    <a:pt x="3937" y="88138"/>
                    <a:pt x="6223" y="80772"/>
                    <a:pt x="9144" y="73533"/>
                  </a:cubicBezTo>
                  <a:cubicBezTo>
                    <a:pt x="12065" y="66294"/>
                    <a:pt x="15748" y="59436"/>
                    <a:pt x="20193" y="52959"/>
                  </a:cubicBezTo>
                  <a:cubicBezTo>
                    <a:pt x="24638" y="46482"/>
                    <a:pt x="29464" y="40386"/>
                    <a:pt x="35052" y="34925"/>
                  </a:cubicBezTo>
                  <a:cubicBezTo>
                    <a:pt x="40640" y="29464"/>
                    <a:pt x="46609" y="24511"/>
                    <a:pt x="53086" y="20066"/>
                  </a:cubicBezTo>
                  <a:cubicBezTo>
                    <a:pt x="59563" y="15621"/>
                    <a:pt x="66421" y="12065"/>
                    <a:pt x="73660" y="9017"/>
                  </a:cubicBezTo>
                  <a:cubicBezTo>
                    <a:pt x="80899" y="5969"/>
                    <a:pt x="88265" y="3810"/>
                    <a:pt x="96012" y="2286"/>
                  </a:cubicBezTo>
                  <a:cubicBezTo>
                    <a:pt x="103759" y="762"/>
                    <a:pt x="111379" y="0"/>
                    <a:pt x="119253" y="0"/>
                  </a:cubicBezTo>
                  <a:lnTo>
                    <a:pt x="3157728" y="0"/>
                  </a:lnTo>
                  <a:cubicBezTo>
                    <a:pt x="3165602" y="0"/>
                    <a:pt x="3173349" y="762"/>
                    <a:pt x="3180969" y="2286"/>
                  </a:cubicBezTo>
                  <a:cubicBezTo>
                    <a:pt x="3188589" y="3810"/>
                    <a:pt x="3196082" y="6096"/>
                    <a:pt x="3203321" y="9017"/>
                  </a:cubicBezTo>
                  <a:cubicBezTo>
                    <a:pt x="3210560" y="11938"/>
                    <a:pt x="3217418" y="15748"/>
                    <a:pt x="3223895" y="20066"/>
                  </a:cubicBezTo>
                  <a:cubicBezTo>
                    <a:pt x="3230372" y="24384"/>
                    <a:pt x="3236341" y="29337"/>
                    <a:pt x="3241929" y="34925"/>
                  </a:cubicBezTo>
                  <a:cubicBezTo>
                    <a:pt x="3247517" y="40513"/>
                    <a:pt x="3252343" y="46482"/>
                    <a:pt x="3256788" y="52959"/>
                  </a:cubicBezTo>
                  <a:cubicBezTo>
                    <a:pt x="3261233" y="59436"/>
                    <a:pt x="3264789" y="66294"/>
                    <a:pt x="3267837" y="73533"/>
                  </a:cubicBezTo>
                  <a:cubicBezTo>
                    <a:pt x="3270885" y="80772"/>
                    <a:pt x="3273044" y="88138"/>
                    <a:pt x="3274568" y="95885"/>
                  </a:cubicBezTo>
                  <a:cubicBezTo>
                    <a:pt x="3276092" y="103632"/>
                    <a:pt x="3276854" y="111252"/>
                    <a:pt x="3276854" y="119126"/>
                  </a:cubicBezTo>
                  <a:lnTo>
                    <a:pt x="3276854" y="1166878"/>
                  </a:lnTo>
                  <a:cubicBezTo>
                    <a:pt x="3276854" y="1174752"/>
                    <a:pt x="3276092" y="1182499"/>
                    <a:pt x="3274568" y="1190119"/>
                  </a:cubicBezTo>
                  <a:cubicBezTo>
                    <a:pt x="3273044" y="1197739"/>
                    <a:pt x="3270758" y="1205232"/>
                    <a:pt x="3267837" y="1212471"/>
                  </a:cubicBezTo>
                  <a:cubicBezTo>
                    <a:pt x="3264916" y="1219710"/>
                    <a:pt x="3261233" y="1226568"/>
                    <a:pt x="3256788" y="1233045"/>
                  </a:cubicBezTo>
                  <a:cubicBezTo>
                    <a:pt x="3252343" y="1239522"/>
                    <a:pt x="3247517" y="1245618"/>
                    <a:pt x="3241929" y="1251079"/>
                  </a:cubicBezTo>
                  <a:cubicBezTo>
                    <a:pt x="3236341" y="1256540"/>
                    <a:pt x="3230372" y="1261493"/>
                    <a:pt x="3223895" y="1265938"/>
                  </a:cubicBezTo>
                  <a:cubicBezTo>
                    <a:pt x="3217418" y="1270383"/>
                    <a:pt x="3210560" y="1273939"/>
                    <a:pt x="3203321" y="1276987"/>
                  </a:cubicBezTo>
                  <a:cubicBezTo>
                    <a:pt x="3196082" y="1280035"/>
                    <a:pt x="3188716" y="1282194"/>
                    <a:pt x="3180969" y="1283718"/>
                  </a:cubicBezTo>
                  <a:cubicBezTo>
                    <a:pt x="3173222" y="1285242"/>
                    <a:pt x="3165602" y="1286004"/>
                    <a:pt x="3157728" y="1286004"/>
                  </a:cubicBezTo>
                  <a:lnTo>
                    <a:pt x="119126" y="1286004"/>
                  </a:lnTo>
                  <a:cubicBezTo>
                    <a:pt x="111252" y="1286004"/>
                    <a:pt x="103505" y="1285242"/>
                    <a:pt x="95885" y="1283718"/>
                  </a:cubicBezTo>
                  <a:cubicBezTo>
                    <a:pt x="88265" y="1282194"/>
                    <a:pt x="80772" y="1279908"/>
                    <a:pt x="73533" y="1276987"/>
                  </a:cubicBezTo>
                  <a:cubicBezTo>
                    <a:pt x="66294" y="1274066"/>
                    <a:pt x="59436" y="1270383"/>
                    <a:pt x="52959" y="1265938"/>
                  </a:cubicBezTo>
                  <a:cubicBezTo>
                    <a:pt x="46482" y="1261493"/>
                    <a:pt x="40386" y="1256667"/>
                    <a:pt x="34925" y="1251079"/>
                  </a:cubicBezTo>
                  <a:cubicBezTo>
                    <a:pt x="29464" y="1245491"/>
                    <a:pt x="24511" y="1239522"/>
                    <a:pt x="20066" y="1233045"/>
                  </a:cubicBezTo>
                  <a:cubicBezTo>
                    <a:pt x="15621" y="1226568"/>
                    <a:pt x="12065" y="1219710"/>
                    <a:pt x="9017" y="1212471"/>
                  </a:cubicBezTo>
                  <a:cubicBezTo>
                    <a:pt x="5969" y="1205232"/>
                    <a:pt x="3810" y="1197739"/>
                    <a:pt x="2286" y="1190119"/>
                  </a:cubicBezTo>
                  <a:cubicBezTo>
                    <a:pt x="762" y="1182499"/>
                    <a:pt x="0" y="1174752"/>
                    <a:pt x="0" y="1166878"/>
                  </a:cubicBezTo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63500" y="63500"/>
              <a:ext cx="3295650" cy="1305054"/>
            </a:xfrm>
            <a:custGeom>
              <a:avLst/>
              <a:gdLst/>
              <a:ahLst/>
              <a:cxnLst/>
              <a:rect r="r" b="b" t="t" l="l"/>
              <a:pathLst>
                <a:path h="1305054" w="3295650">
                  <a:moveTo>
                    <a:pt x="0" y="1176276"/>
                  </a:moveTo>
                  <a:lnTo>
                    <a:pt x="0" y="128524"/>
                  </a:lnTo>
                  <a:lnTo>
                    <a:pt x="9525" y="128524"/>
                  </a:lnTo>
                  <a:lnTo>
                    <a:pt x="0" y="128524"/>
                  </a:lnTo>
                  <a:cubicBezTo>
                    <a:pt x="0" y="120142"/>
                    <a:pt x="889" y="111760"/>
                    <a:pt x="2413" y="103378"/>
                  </a:cubicBezTo>
                  <a:cubicBezTo>
                    <a:pt x="4064" y="95123"/>
                    <a:pt x="6477" y="86995"/>
                    <a:pt x="9779" y="79248"/>
                  </a:cubicBezTo>
                  <a:cubicBezTo>
                    <a:pt x="12954" y="71501"/>
                    <a:pt x="17018" y="64008"/>
                    <a:pt x="21717" y="57023"/>
                  </a:cubicBezTo>
                  <a:lnTo>
                    <a:pt x="29591" y="62357"/>
                  </a:lnTo>
                  <a:lnTo>
                    <a:pt x="21717" y="57023"/>
                  </a:lnTo>
                  <a:cubicBezTo>
                    <a:pt x="26416" y="50038"/>
                    <a:pt x="31750" y="43434"/>
                    <a:pt x="37719" y="37465"/>
                  </a:cubicBezTo>
                  <a:cubicBezTo>
                    <a:pt x="43688" y="31496"/>
                    <a:pt x="50165" y="26162"/>
                    <a:pt x="57150" y="21463"/>
                  </a:cubicBezTo>
                  <a:cubicBezTo>
                    <a:pt x="64135" y="16764"/>
                    <a:pt x="71628" y="12827"/>
                    <a:pt x="79375" y="9525"/>
                  </a:cubicBezTo>
                  <a:cubicBezTo>
                    <a:pt x="87122" y="6350"/>
                    <a:pt x="95250" y="3810"/>
                    <a:pt x="103505" y="2159"/>
                  </a:cubicBezTo>
                  <a:lnTo>
                    <a:pt x="105410" y="11557"/>
                  </a:lnTo>
                  <a:lnTo>
                    <a:pt x="103505" y="2159"/>
                  </a:lnTo>
                  <a:cubicBezTo>
                    <a:pt x="111760" y="762"/>
                    <a:pt x="120142" y="0"/>
                    <a:pt x="128524" y="0"/>
                  </a:cubicBezTo>
                  <a:lnTo>
                    <a:pt x="128524" y="9525"/>
                  </a:lnTo>
                  <a:lnTo>
                    <a:pt x="128524" y="0"/>
                  </a:lnTo>
                  <a:lnTo>
                    <a:pt x="3167126" y="0"/>
                  </a:lnTo>
                  <a:lnTo>
                    <a:pt x="3167126" y="9525"/>
                  </a:lnTo>
                  <a:lnTo>
                    <a:pt x="3167126" y="0"/>
                  </a:lnTo>
                  <a:cubicBezTo>
                    <a:pt x="3175635" y="0"/>
                    <a:pt x="3183890" y="762"/>
                    <a:pt x="3192272" y="2413"/>
                  </a:cubicBezTo>
                  <a:lnTo>
                    <a:pt x="3190367" y="11811"/>
                  </a:lnTo>
                  <a:lnTo>
                    <a:pt x="3192272" y="2413"/>
                  </a:lnTo>
                  <a:cubicBezTo>
                    <a:pt x="3200527" y="4064"/>
                    <a:pt x="3208655" y="6477"/>
                    <a:pt x="3216402" y="9779"/>
                  </a:cubicBezTo>
                  <a:cubicBezTo>
                    <a:pt x="3224149" y="12954"/>
                    <a:pt x="3231642" y="17018"/>
                    <a:pt x="3238627" y="21717"/>
                  </a:cubicBezTo>
                  <a:cubicBezTo>
                    <a:pt x="3245612" y="26416"/>
                    <a:pt x="3252089" y="31750"/>
                    <a:pt x="3258058" y="37719"/>
                  </a:cubicBezTo>
                  <a:lnTo>
                    <a:pt x="3251200" y="44450"/>
                  </a:lnTo>
                  <a:lnTo>
                    <a:pt x="3257931" y="37719"/>
                  </a:lnTo>
                  <a:cubicBezTo>
                    <a:pt x="3263900" y="43688"/>
                    <a:pt x="3269234" y="50165"/>
                    <a:pt x="3273933" y="57277"/>
                  </a:cubicBezTo>
                  <a:lnTo>
                    <a:pt x="3266059" y="62611"/>
                  </a:lnTo>
                  <a:lnTo>
                    <a:pt x="3273933" y="57277"/>
                  </a:lnTo>
                  <a:cubicBezTo>
                    <a:pt x="3278632" y="64262"/>
                    <a:pt x="3282569" y="71755"/>
                    <a:pt x="3285871" y="79502"/>
                  </a:cubicBezTo>
                  <a:lnTo>
                    <a:pt x="3277108" y="83185"/>
                  </a:lnTo>
                  <a:lnTo>
                    <a:pt x="3285871" y="79502"/>
                  </a:lnTo>
                  <a:cubicBezTo>
                    <a:pt x="3289046" y="87249"/>
                    <a:pt x="3291586" y="95377"/>
                    <a:pt x="3293237" y="103632"/>
                  </a:cubicBezTo>
                  <a:lnTo>
                    <a:pt x="3283839" y="105537"/>
                  </a:lnTo>
                  <a:lnTo>
                    <a:pt x="3293237" y="103632"/>
                  </a:lnTo>
                  <a:cubicBezTo>
                    <a:pt x="3294888" y="111887"/>
                    <a:pt x="3295650" y="120269"/>
                    <a:pt x="3295650" y="128778"/>
                  </a:cubicBezTo>
                  <a:lnTo>
                    <a:pt x="3286125" y="128778"/>
                  </a:lnTo>
                  <a:lnTo>
                    <a:pt x="3295650" y="128778"/>
                  </a:lnTo>
                  <a:lnTo>
                    <a:pt x="3295650" y="1176530"/>
                  </a:lnTo>
                  <a:lnTo>
                    <a:pt x="3286125" y="1176530"/>
                  </a:lnTo>
                  <a:lnTo>
                    <a:pt x="3295650" y="1176530"/>
                  </a:lnTo>
                  <a:cubicBezTo>
                    <a:pt x="3295650" y="1184912"/>
                    <a:pt x="3294888" y="1193294"/>
                    <a:pt x="3293237" y="1201676"/>
                  </a:cubicBezTo>
                  <a:lnTo>
                    <a:pt x="3283839" y="1199771"/>
                  </a:lnTo>
                  <a:lnTo>
                    <a:pt x="3293237" y="1201676"/>
                  </a:lnTo>
                  <a:cubicBezTo>
                    <a:pt x="3291586" y="1209931"/>
                    <a:pt x="3289173" y="1218059"/>
                    <a:pt x="3285871" y="1225806"/>
                  </a:cubicBezTo>
                  <a:lnTo>
                    <a:pt x="3277108" y="1222123"/>
                  </a:lnTo>
                  <a:lnTo>
                    <a:pt x="3285871" y="1225806"/>
                  </a:lnTo>
                  <a:cubicBezTo>
                    <a:pt x="3282696" y="1233553"/>
                    <a:pt x="3278632" y="1241046"/>
                    <a:pt x="3273933" y="1248031"/>
                  </a:cubicBezTo>
                  <a:cubicBezTo>
                    <a:pt x="3269234" y="1255016"/>
                    <a:pt x="3263900" y="1261493"/>
                    <a:pt x="3257931" y="1267462"/>
                  </a:cubicBezTo>
                  <a:cubicBezTo>
                    <a:pt x="3251962" y="1273431"/>
                    <a:pt x="3245485" y="1278765"/>
                    <a:pt x="3238500" y="1283464"/>
                  </a:cubicBezTo>
                  <a:cubicBezTo>
                    <a:pt x="3231515" y="1288163"/>
                    <a:pt x="3224022" y="1292100"/>
                    <a:pt x="3216275" y="1295275"/>
                  </a:cubicBezTo>
                  <a:cubicBezTo>
                    <a:pt x="3208528" y="1298450"/>
                    <a:pt x="3200400" y="1300990"/>
                    <a:pt x="3192145" y="1302641"/>
                  </a:cubicBezTo>
                  <a:lnTo>
                    <a:pt x="3190240" y="1293243"/>
                  </a:lnTo>
                  <a:lnTo>
                    <a:pt x="3192145" y="1302641"/>
                  </a:lnTo>
                  <a:cubicBezTo>
                    <a:pt x="3183890" y="1304292"/>
                    <a:pt x="3175508" y="1305054"/>
                    <a:pt x="3166999" y="1305054"/>
                  </a:cubicBezTo>
                  <a:lnTo>
                    <a:pt x="3166999" y="1295402"/>
                  </a:lnTo>
                  <a:lnTo>
                    <a:pt x="3166999" y="1304927"/>
                  </a:lnTo>
                  <a:lnTo>
                    <a:pt x="128524" y="1304927"/>
                  </a:lnTo>
                  <a:lnTo>
                    <a:pt x="128524" y="1295402"/>
                  </a:lnTo>
                  <a:lnTo>
                    <a:pt x="128524" y="1304927"/>
                  </a:lnTo>
                  <a:cubicBezTo>
                    <a:pt x="120142" y="1304927"/>
                    <a:pt x="111760" y="1304165"/>
                    <a:pt x="103378" y="1302514"/>
                  </a:cubicBezTo>
                  <a:lnTo>
                    <a:pt x="105283" y="1293116"/>
                  </a:lnTo>
                  <a:lnTo>
                    <a:pt x="103378" y="1302514"/>
                  </a:lnTo>
                  <a:cubicBezTo>
                    <a:pt x="95123" y="1300863"/>
                    <a:pt x="86995" y="1298450"/>
                    <a:pt x="79248" y="1295148"/>
                  </a:cubicBezTo>
                  <a:lnTo>
                    <a:pt x="82931" y="1286385"/>
                  </a:lnTo>
                  <a:lnTo>
                    <a:pt x="79248" y="1295148"/>
                  </a:lnTo>
                  <a:cubicBezTo>
                    <a:pt x="71501" y="1291973"/>
                    <a:pt x="64008" y="1287909"/>
                    <a:pt x="57023" y="1283210"/>
                  </a:cubicBezTo>
                  <a:cubicBezTo>
                    <a:pt x="50038" y="1278511"/>
                    <a:pt x="43561" y="1273177"/>
                    <a:pt x="37592" y="1267208"/>
                  </a:cubicBezTo>
                  <a:cubicBezTo>
                    <a:pt x="31623" y="1261239"/>
                    <a:pt x="26289" y="1254762"/>
                    <a:pt x="21590" y="1247777"/>
                  </a:cubicBezTo>
                  <a:lnTo>
                    <a:pt x="29464" y="1242443"/>
                  </a:lnTo>
                  <a:lnTo>
                    <a:pt x="21590" y="1247777"/>
                  </a:lnTo>
                  <a:cubicBezTo>
                    <a:pt x="16891" y="1240792"/>
                    <a:pt x="12954" y="1233299"/>
                    <a:pt x="9652" y="1225552"/>
                  </a:cubicBezTo>
                  <a:lnTo>
                    <a:pt x="18415" y="1221869"/>
                  </a:lnTo>
                  <a:lnTo>
                    <a:pt x="9652" y="1225552"/>
                  </a:lnTo>
                  <a:cubicBezTo>
                    <a:pt x="6477" y="1217805"/>
                    <a:pt x="3937" y="1209677"/>
                    <a:pt x="2286" y="1201422"/>
                  </a:cubicBezTo>
                  <a:cubicBezTo>
                    <a:pt x="889" y="1193167"/>
                    <a:pt x="0" y="1184785"/>
                    <a:pt x="0" y="1176276"/>
                  </a:cubicBezTo>
                  <a:lnTo>
                    <a:pt x="9525" y="1176276"/>
                  </a:lnTo>
                  <a:lnTo>
                    <a:pt x="0" y="1176276"/>
                  </a:lnTo>
                  <a:moveTo>
                    <a:pt x="19050" y="1176276"/>
                  </a:moveTo>
                  <a:cubicBezTo>
                    <a:pt x="19050" y="1183515"/>
                    <a:pt x="19812" y="1190627"/>
                    <a:pt x="21209" y="1197612"/>
                  </a:cubicBezTo>
                  <a:lnTo>
                    <a:pt x="11811" y="1199517"/>
                  </a:lnTo>
                  <a:lnTo>
                    <a:pt x="21209" y="1197612"/>
                  </a:lnTo>
                  <a:cubicBezTo>
                    <a:pt x="22606" y="1204724"/>
                    <a:pt x="24638" y="1211582"/>
                    <a:pt x="27432" y="1218186"/>
                  </a:cubicBezTo>
                  <a:cubicBezTo>
                    <a:pt x="30226" y="1224790"/>
                    <a:pt x="33528" y="1231140"/>
                    <a:pt x="37592" y="1237109"/>
                  </a:cubicBezTo>
                  <a:cubicBezTo>
                    <a:pt x="41529" y="1243078"/>
                    <a:pt x="46101" y="1248666"/>
                    <a:pt x="51181" y="1253746"/>
                  </a:cubicBezTo>
                  <a:lnTo>
                    <a:pt x="44450" y="1260477"/>
                  </a:lnTo>
                  <a:lnTo>
                    <a:pt x="51181" y="1253746"/>
                  </a:lnTo>
                  <a:cubicBezTo>
                    <a:pt x="56261" y="1258826"/>
                    <a:pt x="61849" y="1263398"/>
                    <a:pt x="67818" y="1267335"/>
                  </a:cubicBezTo>
                  <a:lnTo>
                    <a:pt x="62484" y="1275209"/>
                  </a:lnTo>
                  <a:lnTo>
                    <a:pt x="67818" y="1267335"/>
                  </a:lnTo>
                  <a:cubicBezTo>
                    <a:pt x="73787" y="1271272"/>
                    <a:pt x="80137" y="1274701"/>
                    <a:pt x="86741" y="1277495"/>
                  </a:cubicBezTo>
                  <a:cubicBezTo>
                    <a:pt x="93345" y="1280289"/>
                    <a:pt x="100203" y="1282321"/>
                    <a:pt x="107315" y="1283718"/>
                  </a:cubicBezTo>
                  <a:cubicBezTo>
                    <a:pt x="114300" y="1285115"/>
                    <a:pt x="121539" y="1285877"/>
                    <a:pt x="128651" y="1285877"/>
                  </a:cubicBezTo>
                  <a:lnTo>
                    <a:pt x="3167126" y="1285877"/>
                  </a:lnTo>
                  <a:cubicBezTo>
                    <a:pt x="3174365" y="1285877"/>
                    <a:pt x="3181477" y="1285115"/>
                    <a:pt x="3188462" y="1283718"/>
                  </a:cubicBezTo>
                  <a:cubicBezTo>
                    <a:pt x="3195574" y="1282321"/>
                    <a:pt x="3202305" y="1280289"/>
                    <a:pt x="3209036" y="1277495"/>
                  </a:cubicBezTo>
                  <a:lnTo>
                    <a:pt x="3212719" y="1286258"/>
                  </a:lnTo>
                  <a:lnTo>
                    <a:pt x="3209036" y="1277495"/>
                  </a:lnTo>
                  <a:cubicBezTo>
                    <a:pt x="3215640" y="1274701"/>
                    <a:pt x="3221990" y="1271399"/>
                    <a:pt x="3227959" y="1267335"/>
                  </a:cubicBezTo>
                  <a:lnTo>
                    <a:pt x="3233293" y="1275209"/>
                  </a:lnTo>
                  <a:lnTo>
                    <a:pt x="3227959" y="1267335"/>
                  </a:lnTo>
                  <a:cubicBezTo>
                    <a:pt x="3233928" y="1263271"/>
                    <a:pt x="3239516" y="1258826"/>
                    <a:pt x="3244596" y="1253746"/>
                  </a:cubicBezTo>
                  <a:lnTo>
                    <a:pt x="3251327" y="1260477"/>
                  </a:lnTo>
                  <a:lnTo>
                    <a:pt x="3244596" y="1253746"/>
                  </a:lnTo>
                  <a:cubicBezTo>
                    <a:pt x="3249676" y="1248666"/>
                    <a:pt x="3254248" y="1243078"/>
                    <a:pt x="3258185" y="1237109"/>
                  </a:cubicBezTo>
                  <a:lnTo>
                    <a:pt x="3266059" y="1242443"/>
                  </a:lnTo>
                  <a:lnTo>
                    <a:pt x="3258185" y="1237109"/>
                  </a:lnTo>
                  <a:cubicBezTo>
                    <a:pt x="3262122" y="1231140"/>
                    <a:pt x="3265551" y="1224790"/>
                    <a:pt x="3268345" y="1218186"/>
                  </a:cubicBezTo>
                  <a:cubicBezTo>
                    <a:pt x="3271139" y="1211582"/>
                    <a:pt x="3273171" y="1204724"/>
                    <a:pt x="3274568" y="1197612"/>
                  </a:cubicBezTo>
                  <a:cubicBezTo>
                    <a:pt x="3275965" y="1190500"/>
                    <a:pt x="3276727" y="1183388"/>
                    <a:pt x="3276727" y="1176276"/>
                  </a:cubicBezTo>
                  <a:lnTo>
                    <a:pt x="3276727" y="128524"/>
                  </a:lnTo>
                  <a:cubicBezTo>
                    <a:pt x="3276727" y="121285"/>
                    <a:pt x="3275965" y="114173"/>
                    <a:pt x="3274568" y="107188"/>
                  </a:cubicBezTo>
                  <a:cubicBezTo>
                    <a:pt x="3273171" y="100203"/>
                    <a:pt x="3271139" y="93345"/>
                    <a:pt x="3268345" y="86614"/>
                  </a:cubicBezTo>
                  <a:cubicBezTo>
                    <a:pt x="3265551" y="80010"/>
                    <a:pt x="3262249" y="73660"/>
                    <a:pt x="3258185" y="67691"/>
                  </a:cubicBezTo>
                  <a:cubicBezTo>
                    <a:pt x="3254248" y="61722"/>
                    <a:pt x="3249676" y="56134"/>
                    <a:pt x="3244596" y="51054"/>
                  </a:cubicBezTo>
                  <a:cubicBezTo>
                    <a:pt x="3239516" y="45974"/>
                    <a:pt x="3233928" y="41402"/>
                    <a:pt x="3227959" y="37465"/>
                  </a:cubicBezTo>
                  <a:lnTo>
                    <a:pt x="3233293" y="29591"/>
                  </a:lnTo>
                  <a:lnTo>
                    <a:pt x="3227959" y="37465"/>
                  </a:lnTo>
                  <a:cubicBezTo>
                    <a:pt x="3221990" y="33401"/>
                    <a:pt x="3215640" y="30099"/>
                    <a:pt x="3209036" y="27305"/>
                  </a:cubicBezTo>
                  <a:lnTo>
                    <a:pt x="3212719" y="18542"/>
                  </a:lnTo>
                  <a:lnTo>
                    <a:pt x="3209036" y="27305"/>
                  </a:lnTo>
                  <a:cubicBezTo>
                    <a:pt x="3202432" y="24511"/>
                    <a:pt x="3195574" y="22479"/>
                    <a:pt x="3188462" y="21082"/>
                  </a:cubicBezTo>
                  <a:cubicBezTo>
                    <a:pt x="3181350" y="19685"/>
                    <a:pt x="3174238" y="18923"/>
                    <a:pt x="3167126" y="18923"/>
                  </a:cubicBezTo>
                  <a:lnTo>
                    <a:pt x="128524" y="18923"/>
                  </a:lnTo>
                  <a:cubicBezTo>
                    <a:pt x="121285" y="18923"/>
                    <a:pt x="114173" y="19685"/>
                    <a:pt x="107188" y="21082"/>
                  </a:cubicBezTo>
                  <a:cubicBezTo>
                    <a:pt x="100076" y="22479"/>
                    <a:pt x="93345" y="24511"/>
                    <a:pt x="86614" y="27305"/>
                  </a:cubicBezTo>
                  <a:lnTo>
                    <a:pt x="82931" y="18542"/>
                  </a:lnTo>
                  <a:lnTo>
                    <a:pt x="86614" y="27305"/>
                  </a:lnTo>
                  <a:cubicBezTo>
                    <a:pt x="80010" y="30099"/>
                    <a:pt x="73660" y="33401"/>
                    <a:pt x="67691" y="37465"/>
                  </a:cubicBezTo>
                  <a:lnTo>
                    <a:pt x="62357" y="29591"/>
                  </a:lnTo>
                  <a:lnTo>
                    <a:pt x="67691" y="37465"/>
                  </a:lnTo>
                  <a:cubicBezTo>
                    <a:pt x="61722" y="41402"/>
                    <a:pt x="56134" y="45974"/>
                    <a:pt x="51054" y="51054"/>
                  </a:cubicBezTo>
                  <a:lnTo>
                    <a:pt x="44450" y="44450"/>
                  </a:lnTo>
                  <a:lnTo>
                    <a:pt x="51181" y="51181"/>
                  </a:lnTo>
                  <a:cubicBezTo>
                    <a:pt x="46101" y="56261"/>
                    <a:pt x="41529" y="61849"/>
                    <a:pt x="37592" y="67818"/>
                  </a:cubicBezTo>
                  <a:cubicBezTo>
                    <a:pt x="33655" y="73787"/>
                    <a:pt x="30226" y="80137"/>
                    <a:pt x="27432" y="86741"/>
                  </a:cubicBezTo>
                  <a:lnTo>
                    <a:pt x="18669" y="83058"/>
                  </a:lnTo>
                  <a:lnTo>
                    <a:pt x="27432" y="86741"/>
                  </a:lnTo>
                  <a:cubicBezTo>
                    <a:pt x="24638" y="93345"/>
                    <a:pt x="22606" y="100203"/>
                    <a:pt x="21209" y="107315"/>
                  </a:cubicBezTo>
                  <a:lnTo>
                    <a:pt x="11811" y="105410"/>
                  </a:lnTo>
                  <a:lnTo>
                    <a:pt x="21209" y="107315"/>
                  </a:lnTo>
                  <a:cubicBezTo>
                    <a:pt x="19812" y="114427"/>
                    <a:pt x="19050" y="121539"/>
                    <a:pt x="19050" y="128651"/>
                  </a:cubicBezTo>
                  <a:lnTo>
                    <a:pt x="19050" y="1176403"/>
                  </a:lnTo>
                  <a:close/>
                </a:path>
              </a:pathLst>
            </a:custGeom>
            <a:solidFill>
              <a:srgbClr val="B4CCE3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6733257" y="7692891"/>
            <a:ext cx="4821473" cy="2017144"/>
            <a:chOff x="0" y="0"/>
            <a:chExt cx="3422650" cy="143192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72898" y="72898"/>
              <a:ext cx="3276854" cy="1286004"/>
            </a:xfrm>
            <a:custGeom>
              <a:avLst/>
              <a:gdLst/>
              <a:ahLst/>
              <a:cxnLst/>
              <a:rect r="r" b="b" t="t" l="l"/>
              <a:pathLst>
                <a:path h="1286004" w="3276854">
                  <a:moveTo>
                    <a:pt x="127" y="1166878"/>
                  </a:moveTo>
                  <a:lnTo>
                    <a:pt x="127" y="119126"/>
                  </a:lnTo>
                  <a:cubicBezTo>
                    <a:pt x="127" y="111252"/>
                    <a:pt x="889" y="103632"/>
                    <a:pt x="2413" y="95885"/>
                  </a:cubicBezTo>
                  <a:cubicBezTo>
                    <a:pt x="3937" y="88138"/>
                    <a:pt x="6223" y="80772"/>
                    <a:pt x="9144" y="73533"/>
                  </a:cubicBezTo>
                  <a:cubicBezTo>
                    <a:pt x="12065" y="66294"/>
                    <a:pt x="15748" y="59436"/>
                    <a:pt x="20193" y="52959"/>
                  </a:cubicBezTo>
                  <a:cubicBezTo>
                    <a:pt x="24638" y="46482"/>
                    <a:pt x="29464" y="40386"/>
                    <a:pt x="35052" y="34925"/>
                  </a:cubicBezTo>
                  <a:cubicBezTo>
                    <a:pt x="40640" y="29464"/>
                    <a:pt x="46609" y="24511"/>
                    <a:pt x="53086" y="20066"/>
                  </a:cubicBezTo>
                  <a:cubicBezTo>
                    <a:pt x="59563" y="15621"/>
                    <a:pt x="66421" y="12065"/>
                    <a:pt x="73660" y="9017"/>
                  </a:cubicBezTo>
                  <a:cubicBezTo>
                    <a:pt x="80899" y="5969"/>
                    <a:pt x="88265" y="3810"/>
                    <a:pt x="96012" y="2286"/>
                  </a:cubicBezTo>
                  <a:cubicBezTo>
                    <a:pt x="103759" y="762"/>
                    <a:pt x="111379" y="0"/>
                    <a:pt x="119253" y="0"/>
                  </a:cubicBezTo>
                  <a:lnTo>
                    <a:pt x="3157728" y="0"/>
                  </a:lnTo>
                  <a:cubicBezTo>
                    <a:pt x="3165602" y="0"/>
                    <a:pt x="3173349" y="762"/>
                    <a:pt x="3180969" y="2286"/>
                  </a:cubicBezTo>
                  <a:cubicBezTo>
                    <a:pt x="3188589" y="3810"/>
                    <a:pt x="3196082" y="6096"/>
                    <a:pt x="3203321" y="9017"/>
                  </a:cubicBezTo>
                  <a:cubicBezTo>
                    <a:pt x="3210560" y="11938"/>
                    <a:pt x="3217418" y="15748"/>
                    <a:pt x="3223895" y="20066"/>
                  </a:cubicBezTo>
                  <a:cubicBezTo>
                    <a:pt x="3230372" y="24384"/>
                    <a:pt x="3236468" y="29337"/>
                    <a:pt x="3241929" y="34925"/>
                  </a:cubicBezTo>
                  <a:cubicBezTo>
                    <a:pt x="3247390" y="40513"/>
                    <a:pt x="3252343" y="46482"/>
                    <a:pt x="3256788" y="52959"/>
                  </a:cubicBezTo>
                  <a:cubicBezTo>
                    <a:pt x="3261233" y="59436"/>
                    <a:pt x="3264789" y="66294"/>
                    <a:pt x="3267837" y="73533"/>
                  </a:cubicBezTo>
                  <a:cubicBezTo>
                    <a:pt x="3270885" y="80772"/>
                    <a:pt x="3273044" y="88138"/>
                    <a:pt x="3274568" y="95885"/>
                  </a:cubicBezTo>
                  <a:cubicBezTo>
                    <a:pt x="3276092" y="103632"/>
                    <a:pt x="3276854" y="111252"/>
                    <a:pt x="3276854" y="119126"/>
                  </a:cubicBezTo>
                  <a:lnTo>
                    <a:pt x="3276854" y="1166878"/>
                  </a:lnTo>
                  <a:cubicBezTo>
                    <a:pt x="3276854" y="1174752"/>
                    <a:pt x="3276092" y="1182499"/>
                    <a:pt x="3274568" y="1190119"/>
                  </a:cubicBezTo>
                  <a:cubicBezTo>
                    <a:pt x="3273044" y="1197739"/>
                    <a:pt x="3270758" y="1205232"/>
                    <a:pt x="3267837" y="1212471"/>
                  </a:cubicBezTo>
                  <a:cubicBezTo>
                    <a:pt x="3264916" y="1219710"/>
                    <a:pt x="3261233" y="1226568"/>
                    <a:pt x="3256788" y="1233045"/>
                  </a:cubicBezTo>
                  <a:cubicBezTo>
                    <a:pt x="3252343" y="1239522"/>
                    <a:pt x="3247517" y="1245618"/>
                    <a:pt x="3241929" y="1251079"/>
                  </a:cubicBezTo>
                  <a:cubicBezTo>
                    <a:pt x="3236341" y="1256540"/>
                    <a:pt x="3230372" y="1261493"/>
                    <a:pt x="3223895" y="1265938"/>
                  </a:cubicBezTo>
                  <a:cubicBezTo>
                    <a:pt x="3217418" y="1270383"/>
                    <a:pt x="3210560" y="1273939"/>
                    <a:pt x="3203321" y="1276987"/>
                  </a:cubicBezTo>
                  <a:cubicBezTo>
                    <a:pt x="3196082" y="1280035"/>
                    <a:pt x="3188716" y="1282194"/>
                    <a:pt x="3180969" y="1283718"/>
                  </a:cubicBezTo>
                  <a:cubicBezTo>
                    <a:pt x="3173222" y="1285242"/>
                    <a:pt x="3165602" y="1286004"/>
                    <a:pt x="3157728" y="1286004"/>
                  </a:cubicBezTo>
                  <a:lnTo>
                    <a:pt x="119126" y="1286004"/>
                  </a:lnTo>
                  <a:cubicBezTo>
                    <a:pt x="111252" y="1286004"/>
                    <a:pt x="103505" y="1285242"/>
                    <a:pt x="95885" y="1283718"/>
                  </a:cubicBezTo>
                  <a:cubicBezTo>
                    <a:pt x="88265" y="1282194"/>
                    <a:pt x="80772" y="1279908"/>
                    <a:pt x="73533" y="1276987"/>
                  </a:cubicBezTo>
                  <a:cubicBezTo>
                    <a:pt x="66294" y="1274066"/>
                    <a:pt x="59436" y="1270383"/>
                    <a:pt x="52959" y="1265938"/>
                  </a:cubicBezTo>
                  <a:cubicBezTo>
                    <a:pt x="46482" y="1261493"/>
                    <a:pt x="40513" y="1256667"/>
                    <a:pt x="34925" y="1251079"/>
                  </a:cubicBezTo>
                  <a:cubicBezTo>
                    <a:pt x="29337" y="1245491"/>
                    <a:pt x="24511" y="1239522"/>
                    <a:pt x="20066" y="1233045"/>
                  </a:cubicBezTo>
                  <a:cubicBezTo>
                    <a:pt x="15621" y="1226568"/>
                    <a:pt x="12065" y="1219710"/>
                    <a:pt x="9017" y="1212471"/>
                  </a:cubicBezTo>
                  <a:cubicBezTo>
                    <a:pt x="5969" y="1205232"/>
                    <a:pt x="3810" y="1197739"/>
                    <a:pt x="2286" y="1190119"/>
                  </a:cubicBezTo>
                  <a:cubicBezTo>
                    <a:pt x="762" y="1182499"/>
                    <a:pt x="0" y="1174752"/>
                    <a:pt x="0" y="1166878"/>
                  </a:cubicBezTo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63500" y="63500"/>
              <a:ext cx="3295650" cy="1305054"/>
            </a:xfrm>
            <a:custGeom>
              <a:avLst/>
              <a:gdLst/>
              <a:ahLst/>
              <a:cxnLst/>
              <a:rect r="r" b="b" t="t" l="l"/>
              <a:pathLst>
                <a:path h="1305054" w="3295650">
                  <a:moveTo>
                    <a:pt x="0" y="1176276"/>
                  </a:moveTo>
                  <a:lnTo>
                    <a:pt x="0" y="128524"/>
                  </a:lnTo>
                  <a:lnTo>
                    <a:pt x="9525" y="128524"/>
                  </a:lnTo>
                  <a:lnTo>
                    <a:pt x="0" y="128524"/>
                  </a:lnTo>
                  <a:cubicBezTo>
                    <a:pt x="0" y="120142"/>
                    <a:pt x="762" y="111760"/>
                    <a:pt x="2413" y="103378"/>
                  </a:cubicBezTo>
                  <a:lnTo>
                    <a:pt x="11811" y="105283"/>
                  </a:lnTo>
                  <a:lnTo>
                    <a:pt x="2413" y="103378"/>
                  </a:lnTo>
                  <a:cubicBezTo>
                    <a:pt x="4064" y="95123"/>
                    <a:pt x="6477" y="86995"/>
                    <a:pt x="9779" y="79248"/>
                  </a:cubicBezTo>
                  <a:lnTo>
                    <a:pt x="18542" y="82931"/>
                  </a:lnTo>
                  <a:lnTo>
                    <a:pt x="9779" y="79248"/>
                  </a:lnTo>
                  <a:cubicBezTo>
                    <a:pt x="12954" y="71501"/>
                    <a:pt x="17018" y="64008"/>
                    <a:pt x="21717" y="57023"/>
                  </a:cubicBezTo>
                  <a:lnTo>
                    <a:pt x="29591" y="62357"/>
                  </a:lnTo>
                  <a:lnTo>
                    <a:pt x="21717" y="57023"/>
                  </a:lnTo>
                  <a:cubicBezTo>
                    <a:pt x="26416" y="50038"/>
                    <a:pt x="31750" y="43434"/>
                    <a:pt x="37719" y="37465"/>
                  </a:cubicBezTo>
                  <a:lnTo>
                    <a:pt x="44450" y="44196"/>
                  </a:lnTo>
                  <a:lnTo>
                    <a:pt x="37719" y="37465"/>
                  </a:lnTo>
                  <a:cubicBezTo>
                    <a:pt x="43688" y="31496"/>
                    <a:pt x="50165" y="26162"/>
                    <a:pt x="57150" y="21463"/>
                  </a:cubicBezTo>
                  <a:cubicBezTo>
                    <a:pt x="64135" y="16764"/>
                    <a:pt x="71628" y="12827"/>
                    <a:pt x="79375" y="9525"/>
                  </a:cubicBezTo>
                  <a:cubicBezTo>
                    <a:pt x="87122" y="6350"/>
                    <a:pt x="95250" y="3810"/>
                    <a:pt x="103505" y="2159"/>
                  </a:cubicBezTo>
                  <a:lnTo>
                    <a:pt x="105410" y="11557"/>
                  </a:lnTo>
                  <a:lnTo>
                    <a:pt x="103505" y="2159"/>
                  </a:lnTo>
                  <a:cubicBezTo>
                    <a:pt x="111760" y="762"/>
                    <a:pt x="120142" y="0"/>
                    <a:pt x="128524" y="0"/>
                  </a:cubicBezTo>
                  <a:lnTo>
                    <a:pt x="128524" y="9525"/>
                  </a:lnTo>
                  <a:lnTo>
                    <a:pt x="128524" y="0"/>
                  </a:lnTo>
                  <a:lnTo>
                    <a:pt x="3167126" y="0"/>
                  </a:lnTo>
                  <a:lnTo>
                    <a:pt x="3167126" y="9525"/>
                  </a:lnTo>
                  <a:lnTo>
                    <a:pt x="3167126" y="0"/>
                  </a:lnTo>
                  <a:cubicBezTo>
                    <a:pt x="3175635" y="0"/>
                    <a:pt x="3183890" y="762"/>
                    <a:pt x="3192272" y="2413"/>
                  </a:cubicBezTo>
                  <a:lnTo>
                    <a:pt x="3190367" y="11811"/>
                  </a:lnTo>
                  <a:lnTo>
                    <a:pt x="3192272" y="2413"/>
                  </a:lnTo>
                  <a:cubicBezTo>
                    <a:pt x="3200527" y="4064"/>
                    <a:pt x="3208655" y="6477"/>
                    <a:pt x="3216402" y="9779"/>
                  </a:cubicBezTo>
                  <a:cubicBezTo>
                    <a:pt x="3224149" y="12954"/>
                    <a:pt x="3231642" y="17018"/>
                    <a:pt x="3238627" y="21717"/>
                  </a:cubicBezTo>
                  <a:lnTo>
                    <a:pt x="3233293" y="29591"/>
                  </a:lnTo>
                  <a:lnTo>
                    <a:pt x="3238627" y="21717"/>
                  </a:lnTo>
                  <a:cubicBezTo>
                    <a:pt x="3245612" y="26416"/>
                    <a:pt x="3252216" y="31750"/>
                    <a:pt x="3258058" y="37719"/>
                  </a:cubicBezTo>
                  <a:lnTo>
                    <a:pt x="3251200" y="44450"/>
                  </a:lnTo>
                  <a:lnTo>
                    <a:pt x="3257931" y="37719"/>
                  </a:lnTo>
                  <a:cubicBezTo>
                    <a:pt x="3263900" y="43688"/>
                    <a:pt x="3269234" y="50165"/>
                    <a:pt x="3273933" y="57277"/>
                  </a:cubicBezTo>
                  <a:lnTo>
                    <a:pt x="3266059" y="62611"/>
                  </a:lnTo>
                  <a:lnTo>
                    <a:pt x="3273933" y="57277"/>
                  </a:lnTo>
                  <a:cubicBezTo>
                    <a:pt x="3278632" y="64262"/>
                    <a:pt x="3282569" y="71755"/>
                    <a:pt x="3285871" y="79502"/>
                  </a:cubicBezTo>
                  <a:lnTo>
                    <a:pt x="3277108" y="83185"/>
                  </a:lnTo>
                  <a:lnTo>
                    <a:pt x="3285871" y="79502"/>
                  </a:lnTo>
                  <a:cubicBezTo>
                    <a:pt x="3289046" y="87249"/>
                    <a:pt x="3291586" y="95377"/>
                    <a:pt x="3293237" y="103632"/>
                  </a:cubicBezTo>
                  <a:lnTo>
                    <a:pt x="3283839" y="105537"/>
                  </a:lnTo>
                  <a:lnTo>
                    <a:pt x="3293237" y="103632"/>
                  </a:lnTo>
                  <a:cubicBezTo>
                    <a:pt x="3294888" y="111887"/>
                    <a:pt x="3295650" y="120269"/>
                    <a:pt x="3295650" y="128778"/>
                  </a:cubicBezTo>
                  <a:lnTo>
                    <a:pt x="3286125" y="128778"/>
                  </a:lnTo>
                  <a:lnTo>
                    <a:pt x="3295650" y="128778"/>
                  </a:lnTo>
                  <a:lnTo>
                    <a:pt x="3295650" y="1176530"/>
                  </a:lnTo>
                  <a:lnTo>
                    <a:pt x="3286125" y="1176530"/>
                  </a:lnTo>
                  <a:lnTo>
                    <a:pt x="3295650" y="1176530"/>
                  </a:lnTo>
                  <a:cubicBezTo>
                    <a:pt x="3295650" y="1184912"/>
                    <a:pt x="3294888" y="1193294"/>
                    <a:pt x="3293237" y="1201676"/>
                  </a:cubicBezTo>
                  <a:lnTo>
                    <a:pt x="3283839" y="1199771"/>
                  </a:lnTo>
                  <a:lnTo>
                    <a:pt x="3293237" y="1201676"/>
                  </a:lnTo>
                  <a:cubicBezTo>
                    <a:pt x="3291586" y="1209931"/>
                    <a:pt x="3289173" y="1218059"/>
                    <a:pt x="3285871" y="1225806"/>
                  </a:cubicBezTo>
                  <a:lnTo>
                    <a:pt x="3277108" y="1222123"/>
                  </a:lnTo>
                  <a:lnTo>
                    <a:pt x="3285871" y="1225806"/>
                  </a:lnTo>
                  <a:cubicBezTo>
                    <a:pt x="3282696" y="1233553"/>
                    <a:pt x="3278632" y="1241046"/>
                    <a:pt x="3273933" y="1248031"/>
                  </a:cubicBezTo>
                  <a:cubicBezTo>
                    <a:pt x="3269234" y="1255016"/>
                    <a:pt x="3263900" y="1261493"/>
                    <a:pt x="3257931" y="1267462"/>
                  </a:cubicBezTo>
                  <a:cubicBezTo>
                    <a:pt x="3251962" y="1273431"/>
                    <a:pt x="3245485" y="1278765"/>
                    <a:pt x="3238500" y="1283464"/>
                  </a:cubicBezTo>
                  <a:cubicBezTo>
                    <a:pt x="3231515" y="1288163"/>
                    <a:pt x="3224022" y="1292100"/>
                    <a:pt x="3216275" y="1295275"/>
                  </a:cubicBezTo>
                  <a:cubicBezTo>
                    <a:pt x="3208528" y="1298450"/>
                    <a:pt x="3200400" y="1300990"/>
                    <a:pt x="3192145" y="1302641"/>
                  </a:cubicBezTo>
                  <a:lnTo>
                    <a:pt x="3190240" y="1293243"/>
                  </a:lnTo>
                  <a:lnTo>
                    <a:pt x="3192145" y="1302641"/>
                  </a:lnTo>
                  <a:cubicBezTo>
                    <a:pt x="3183890" y="1304292"/>
                    <a:pt x="3175508" y="1305054"/>
                    <a:pt x="3166999" y="1305054"/>
                  </a:cubicBezTo>
                  <a:lnTo>
                    <a:pt x="3166999" y="1295402"/>
                  </a:lnTo>
                  <a:lnTo>
                    <a:pt x="3166999" y="1304927"/>
                  </a:lnTo>
                  <a:lnTo>
                    <a:pt x="128524" y="1304927"/>
                  </a:lnTo>
                  <a:lnTo>
                    <a:pt x="128524" y="1295402"/>
                  </a:lnTo>
                  <a:lnTo>
                    <a:pt x="128524" y="1304927"/>
                  </a:lnTo>
                  <a:cubicBezTo>
                    <a:pt x="120142" y="1304927"/>
                    <a:pt x="111760" y="1304165"/>
                    <a:pt x="103378" y="1302514"/>
                  </a:cubicBezTo>
                  <a:lnTo>
                    <a:pt x="105283" y="1293116"/>
                  </a:lnTo>
                  <a:lnTo>
                    <a:pt x="103378" y="1302514"/>
                  </a:lnTo>
                  <a:cubicBezTo>
                    <a:pt x="95123" y="1300863"/>
                    <a:pt x="86995" y="1298450"/>
                    <a:pt x="79248" y="1295148"/>
                  </a:cubicBezTo>
                  <a:lnTo>
                    <a:pt x="82931" y="1286385"/>
                  </a:lnTo>
                  <a:lnTo>
                    <a:pt x="79248" y="1295148"/>
                  </a:lnTo>
                  <a:cubicBezTo>
                    <a:pt x="71501" y="1291973"/>
                    <a:pt x="64008" y="1287909"/>
                    <a:pt x="57023" y="1283337"/>
                  </a:cubicBezTo>
                  <a:cubicBezTo>
                    <a:pt x="50038" y="1278638"/>
                    <a:pt x="43561" y="1273304"/>
                    <a:pt x="37592" y="1267335"/>
                  </a:cubicBezTo>
                  <a:cubicBezTo>
                    <a:pt x="31623" y="1261366"/>
                    <a:pt x="26289" y="1254889"/>
                    <a:pt x="21590" y="1247904"/>
                  </a:cubicBezTo>
                  <a:cubicBezTo>
                    <a:pt x="16891" y="1240919"/>
                    <a:pt x="12954" y="1233426"/>
                    <a:pt x="9652" y="1225679"/>
                  </a:cubicBezTo>
                  <a:lnTo>
                    <a:pt x="18415" y="1221996"/>
                  </a:lnTo>
                  <a:lnTo>
                    <a:pt x="9652" y="1225679"/>
                  </a:lnTo>
                  <a:cubicBezTo>
                    <a:pt x="6477" y="1217932"/>
                    <a:pt x="3937" y="1209804"/>
                    <a:pt x="2286" y="1201549"/>
                  </a:cubicBezTo>
                  <a:lnTo>
                    <a:pt x="11684" y="1199644"/>
                  </a:lnTo>
                  <a:lnTo>
                    <a:pt x="2286" y="1201549"/>
                  </a:lnTo>
                  <a:cubicBezTo>
                    <a:pt x="762" y="1193167"/>
                    <a:pt x="0" y="1184785"/>
                    <a:pt x="0" y="1176276"/>
                  </a:cubicBezTo>
                  <a:lnTo>
                    <a:pt x="9525" y="1176276"/>
                  </a:lnTo>
                  <a:lnTo>
                    <a:pt x="0" y="1176276"/>
                  </a:lnTo>
                  <a:moveTo>
                    <a:pt x="19050" y="1176276"/>
                  </a:moveTo>
                  <a:cubicBezTo>
                    <a:pt x="19050" y="1183515"/>
                    <a:pt x="19812" y="1190627"/>
                    <a:pt x="21209" y="1197612"/>
                  </a:cubicBezTo>
                  <a:cubicBezTo>
                    <a:pt x="22606" y="1204724"/>
                    <a:pt x="24638" y="1211455"/>
                    <a:pt x="27432" y="1218186"/>
                  </a:cubicBezTo>
                  <a:cubicBezTo>
                    <a:pt x="30226" y="1224790"/>
                    <a:pt x="33528" y="1231140"/>
                    <a:pt x="37592" y="1237109"/>
                  </a:cubicBezTo>
                  <a:lnTo>
                    <a:pt x="29718" y="1242443"/>
                  </a:lnTo>
                  <a:lnTo>
                    <a:pt x="37592" y="1237109"/>
                  </a:lnTo>
                  <a:cubicBezTo>
                    <a:pt x="41529" y="1243078"/>
                    <a:pt x="46101" y="1248666"/>
                    <a:pt x="51181" y="1253746"/>
                  </a:cubicBezTo>
                  <a:lnTo>
                    <a:pt x="44450" y="1260477"/>
                  </a:lnTo>
                  <a:lnTo>
                    <a:pt x="51181" y="1253746"/>
                  </a:lnTo>
                  <a:cubicBezTo>
                    <a:pt x="56261" y="1258826"/>
                    <a:pt x="61849" y="1263398"/>
                    <a:pt x="67818" y="1267335"/>
                  </a:cubicBezTo>
                  <a:lnTo>
                    <a:pt x="62484" y="1275209"/>
                  </a:lnTo>
                  <a:lnTo>
                    <a:pt x="67818" y="1267335"/>
                  </a:lnTo>
                  <a:cubicBezTo>
                    <a:pt x="73787" y="1271272"/>
                    <a:pt x="80137" y="1274701"/>
                    <a:pt x="86741" y="1277495"/>
                  </a:cubicBezTo>
                  <a:cubicBezTo>
                    <a:pt x="93345" y="1280289"/>
                    <a:pt x="100203" y="1282321"/>
                    <a:pt x="107315" y="1283718"/>
                  </a:cubicBezTo>
                  <a:cubicBezTo>
                    <a:pt x="114427" y="1285115"/>
                    <a:pt x="121539" y="1285877"/>
                    <a:pt x="128651" y="1285877"/>
                  </a:cubicBezTo>
                  <a:lnTo>
                    <a:pt x="3167126" y="1285877"/>
                  </a:lnTo>
                  <a:cubicBezTo>
                    <a:pt x="3174365" y="1285877"/>
                    <a:pt x="3181477" y="1285115"/>
                    <a:pt x="3188462" y="1283718"/>
                  </a:cubicBezTo>
                  <a:cubicBezTo>
                    <a:pt x="3195574" y="1282321"/>
                    <a:pt x="3202305" y="1280289"/>
                    <a:pt x="3209036" y="1277495"/>
                  </a:cubicBezTo>
                  <a:lnTo>
                    <a:pt x="3212719" y="1286258"/>
                  </a:lnTo>
                  <a:lnTo>
                    <a:pt x="3209036" y="1277495"/>
                  </a:lnTo>
                  <a:cubicBezTo>
                    <a:pt x="3215640" y="1274701"/>
                    <a:pt x="3221990" y="1271399"/>
                    <a:pt x="3227959" y="1267335"/>
                  </a:cubicBezTo>
                  <a:lnTo>
                    <a:pt x="3233293" y="1275209"/>
                  </a:lnTo>
                  <a:lnTo>
                    <a:pt x="3227959" y="1267335"/>
                  </a:lnTo>
                  <a:cubicBezTo>
                    <a:pt x="3233928" y="1263271"/>
                    <a:pt x="3239516" y="1258826"/>
                    <a:pt x="3244596" y="1253746"/>
                  </a:cubicBezTo>
                  <a:lnTo>
                    <a:pt x="3251327" y="1260477"/>
                  </a:lnTo>
                  <a:lnTo>
                    <a:pt x="3244596" y="1253746"/>
                  </a:lnTo>
                  <a:cubicBezTo>
                    <a:pt x="3249676" y="1248666"/>
                    <a:pt x="3254248" y="1243078"/>
                    <a:pt x="3258185" y="1237109"/>
                  </a:cubicBezTo>
                  <a:lnTo>
                    <a:pt x="3266059" y="1242443"/>
                  </a:lnTo>
                  <a:lnTo>
                    <a:pt x="3258185" y="1237109"/>
                  </a:lnTo>
                  <a:cubicBezTo>
                    <a:pt x="3262122" y="1231140"/>
                    <a:pt x="3265551" y="1224790"/>
                    <a:pt x="3268345" y="1218186"/>
                  </a:cubicBezTo>
                  <a:cubicBezTo>
                    <a:pt x="3271139" y="1211582"/>
                    <a:pt x="3273171" y="1204724"/>
                    <a:pt x="3274568" y="1197612"/>
                  </a:cubicBezTo>
                  <a:cubicBezTo>
                    <a:pt x="3275965" y="1190500"/>
                    <a:pt x="3276727" y="1183388"/>
                    <a:pt x="3276727" y="1176276"/>
                  </a:cubicBezTo>
                  <a:lnTo>
                    <a:pt x="3276727" y="128524"/>
                  </a:lnTo>
                  <a:cubicBezTo>
                    <a:pt x="3276727" y="121285"/>
                    <a:pt x="3275965" y="114173"/>
                    <a:pt x="3274568" y="107188"/>
                  </a:cubicBezTo>
                  <a:cubicBezTo>
                    <a:pt x="3273171" y="100203"/>
                    <a:pt x="3271139" y="93345"/>
                    <a:pt x="3268345" y="86614"/>
                  </a:cubicBezTo>
                  <a:cubicBezTo>
                    <a:pt x="3265551" y="80010"/>
                    <a:pt x="3262249" y="73660"/>
                    <a:pt x="3258185" y="67691"/>
                  </a:cubicBezTo>
                  <a:cubicBezTo>
                    <a:pt x="3254248" y="61722"/>
                    <a:pt x="3249676" y="56134"/>
                    <a:pt x="3244596" y="51054"/>
                  </a:cubicBezTo>
                  <a:cubicBezTo>
                    <a:pt x="3239516" y="45974"/>
                    <a:pt x="3233928" y="41402"/>
                    <a:pt x="3227959" y="37465"/>
                  </a:cubicBezTo>
                  <a:cubicBezTo>
                    <a:pt x="3221990" y="33528"/>
                    <a:pt x="3215640" y="30099"/>
                    <a:pt x="3209036" y="27305"/>
                  </a:cubicBezTo>
                  <a:lnTo>
                    <a:pt x="3212719" y="18542"/>
                  </a:lnTo>
                  <a:lnTo>
                    <a:pt x="3209036" y="27305"/>
                  </a:lnTo>
                  <a:cubicBezTo>
                    <a:pt x="3202432" y="24511"/>
                    <a:pt x="3195574" y="22479"/>
                    <a:pt x="3188462" y="21082"/>
                  </a:cubicBezTo>
                  <a:cubicBezTo>
                    <a:pt x="3181350" y="19685"/>
                    <a:pt x="3174238" y="18923"/>
                    <a:pt x="3167126" y="18923"/>
                  </a:cubicBezTo>
                  <a:lnTo>
                    <a:pt x="128524" y="18923"/>
                  </a:lnTo>
                  <a:cubicBezTo>
                    <a:pt x="121285" y="18923"/>
                    <a:pt x="114173" y="19685"/>
                    <a:pt x="107188" y="21082"/>
                  </a:cubicBezTo>
                  <a:cubicBezTo>
                    <a:pt x="100076" y="22479"/>
                    <a:pt x="93345" y="24511"/>
                    <a:pt x="86614" y="27305"/>
                  </a:cubicBezTo>
                  <a:lnTo>
                    <a:pt x="82931" y="18542"/>
                  </a:lnTo>
                  <a:lnTo>
                    <a:pt x="86614" y="27305"/>
                  </a:lnTo>
                  <a:cubicBezTo>
                    <a:pt x="80010" y="30099"/>
                    <a:pt x="73660" y="33401"/>
                    <a:pt x="67691" y="37465"/>
                  </a:cubicBezTo>
                  <a:lnTo>
                    <a:pt x="62357" y="29591"/>
                  </a:lnTo>
                  <a:lnTo>
                    <a:pt x="67691" y="37465"/>
                  </a:lnTo>
                  <a:cubicBezTo>
                    <a:pt x="61722" y="41402"/>
                    <a:pt x="56134" y="45974"/>
                    <a:pt x="51054" y="51054"/>
                  </a:cubicBezTo>
                  <a:cubicBezTo>
                    <a:pt x="45974" y="56134"/>
                    <a:pt x="41402" y="61722"/>
                    <a:pt x="37465" y="67691"/>
                  </a:cubicBezTo>
                  <a:cubicBezTo>
                    <a:pt x="33528" y="73660"/>
                    <a:pt x="30099" y="80010"/>
                    <a:pt x="27305" y="86614"/>
                  </a:cubicBezTo>
                  <a:cubicBezTo>
                    <a:pt x="24511" y="93218"/>
                    <a:pt x="22479" y="100076"/>
                    <a:pt x="21082" y="107188"/>
                  </a:cubicBezTo>
                  <a:cubicBezTo>
                    <a:pt x="19685" y="114300"/>
                    <a:pt x="18923" y="121412"/>
                    <a:pt x="18923" y="128524"/>
                  </a:cubicBezTo>
                  <a:lnTo>
                    <a:pt x="18923" y="1176276"/>
                  </a:lnTo>
                  <a:close/>
                </a:path>
              </a:pathLst>
            </a:custGeom>
            <a:solidFill>
              <a:srgbClr val="B4CCE3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1617351" y="7692891"/>
            <a:ext cx="4821473" cy="2017144"/>
            <a:chOff x="0" y="0"/>
            <a:chExt cx="3422650" cy="143192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72898" y="72898"/>
              <a:ext cx="3276854" cy="1286004"/>
            </a:xfrm>
            <a:custGeom>
              <a:avLst/>
              <a:gdLst/>
              <a:ahLst/>
              <a:cxnLst/>
              <a:rect r="r" b="b" t="t" l="l"/>
              <a:pathLst>
                <a:path h="1286004" w="3276854">
                  <a:moveTo>
                    <a:pt x="127" y="1166878"/>
                  </a:moveTo>
                  <a:lnTo>
                    <a:pt x="127" y="119126"/>
                  </a:lnTo>
                  <a:cubicBezTo>
                    <a:pt x="127" y="111252"/>
                    <a:pt x="889" y="103632"/>
                    <a:pt x="2413" y="95885"/>
                  </a:cubicBezTo>
                  <a:cubicBezTo>
                    <a:pt x="3937" y="88138"/>
                    <a:pt x="6223" y="80772"/>
                    <a:pt x="9144" y="73533"/>
                  </a:cubicBezTo>
                  <a:cubicBezTo>
                    <a:pt x="12065" y="66294"/>
                    <a:pt x="15748" y="59436"/>
                    <a:pt x="20193" y="52959"/>
                  </a:cubicBezTo>
                  <a:cubicBezTo>
                    <a:pt x="24638" y="46482"/>
                    <a:pt x="29464" y="40386"/>
                    <a:pt x="35052" y="34925"/>
                  </a:cubicBezTo>
                  <a:cubicBezTo>
                    <a:pt x="40640" y="29464"/>
                    <a:pt x="46609" y="24511"/>
                    <a:pt x="53086" y="20066"/>
                  </a:cubicBezTo>
                  <a:cubicBezTo>
                    <a:pt x="59563" y="15621"/>
                    <a:pt x="66421" y="12065"/>
                    <a:pt x="73660" y="9017"/>
                  </a:cubicBezTo>
                  <a:cubicBezTo>
                    <a:pt x="80899" y="5969"/>
                    <a:pt x="88265" y="3810"/>
                    <a:pt x="96012" y="2286"/>
                  </a:cubicBezTo>
                  <a:cubicBezTo>
                    <a:pt x="103759" y="762"/>
                    <a:pt x="111379" y="0"/>
                    <a:pt x="119253" y="0"/>
                  </a:cubicBezTo>
                  <a:lnTo>
                    <a:pt x="3157728" y="0"/>
                  </a:lnTo>
                  <a:cubicBezTo>
                    <a:pt x="3165602" y="0"/>
                    <a:pt x="3173349" y="762"/>
                    <a:pt x="3180969" y="2286"/>
                  </a:cubicBezTo>
                  <a:cubicBezTo>
                    <a:pt x="3188589" y="3810"/>
                    <a:pt x="3196082" y="6096"/>
                    <a:pt x="3203321" y="9017"/>
                  </a:cubicBezTo>
                  <a:cubicBezTo>
                    <a:pt x="3210560" y="11938"/>
                    <a:pt x="3217418" y="15748"/>
                    <a:pt x="3223895" y="20066"/>
                  </a:cubicBezTo>
                  <a:cubicBezTo>
                    <a:pt x="3230372" y="24384"/>
                    <a:pt x="3236468" y="29337"/>
                    <a:pt x="3241929" y="34925"/>
                  </a:cubicBezTo>
                  <a:cubicBezTo>
                    <a:pt x="3247390" y="40513"/>
                    <a:pt x="3252343" y="46482"/>
                    <a:pt x="3256788" y="52959"/>
                  </a:cubicBezTo>
                  <a:cubicBezTo>
                    <a:pt x="3261233" y="59436"/>
                    <a:pt x="3264789" y="66294"/>
                    <a:pt x="3267837" y="73533"/>
                  </a:cubicBezTo>
                  <a:cubicBezTo>
                    <a:pt x="3270885" y="80772"/>
                    <a:pt x="3273044" y="88138"/>
                    <a:pt x="3274568" y="95885"/>
                  </a:cubicBezTo>
                  <a:cubicBezTo>
                    <a:pt x="3276092" y="103632"/>
                    <a:pt x="3276854" y="111252"/>
                    <a:pt x="3276854" y="119126"/>
                  </a:cubicBezTo>
                  <a:lnTo>
                    <a:pt x="3276854" y="1166878"/>
                  </a:lnTo>
                  <a:cubicBezTo>
                    <a:pt x="3276854" y="1174752"/>
                    <a:pt x="3276092" y="1182499"/>
                    <a:pt x="3274568" y="1190119"/>
                  </a:cubicBezTo>
                  <a:cubicBezTo>
                    <a:pt x="3273044" y="1197739"/>
                    <a:pt x="3270758" y="1205232"/>
                    <a:pt x="3267837" y="1212471"/>
                  </a:cubicBezTo>
                  <a:cubicBezTo>
                    <a:pt x="3264916" y="1219710"/>
                    <a:pt x="3261233" y="1226568"/>
                    <a:pt x="3256788" y="1233045"/>
                  </a:cubicBezTo>
                  <a:cubicBezTo>
                    <a:pt x="3252343" y="1239522"/>
                    <a:pt x="3247517" y="1245618"/>
                    <a:pt x="3241929" y="1251079"/>
                  </a:cubicBezTo>
                  <a:cubicBezTo>
                    <a:pt x="3236341" y="1256540"/>
                    <a:pt x="3230372" y="1261493"/>
                    <a:pt x="3223895" y="1265938"/>
                  </a:cubicBezTo>
                  <a:cubicBezTo>
                    <a:pt x="3217418" y="1270383"/>
                    <a:pt x="3210560" y="1273939"/>
                    <a:pt x="3203321" y="1276987"/>
                  </a:cubicBezTo>
                  <a:cubicBezTo>
                    <a:pt x="3196082" y="1280035"/>
                    <a:pt x="3188716" y="1282194"/>
                    <a:pt x="3180969" y="1283718"/>
                  </a:cubicBezTo>
                  <a:cubicBezTo>
                    <a:pt x="3173222" y="1285242"/>
                    <a:pt x="3165602" y="1286004"/>
                    <a:pt x="3157728" y="1286004"/>
                  </a:cubicBezTo>
                  <a:lnTo>
                    <a:pt x="119126" y="1286004"/>
                  </a:lnTo>
                  <a:cubicBezTo>
                    <a:pt x="111252" y="1286004"/>
                    <a:pt x="103632" y="1285242"/>
                    <a:pt x="95885" y="1283718"/>
                  </a:cubicBezTo>
                  <a:cubicBezTo>
                    <a:pt x="88138" y="1282194"/>
                    <a:pt x="80772" y="1279908"/>
                    <a:pt x="73533" y="1276987"/>
                  </a:cubicBezTo>
                  <a:cubicBezTo>
                    <a:pt x="66294" y="1274066"/>
                    <a:pt x="59436" y="1270383"/>
                    <a:pt x="52959" y="1265938"/>
                  </a:cubicBezTo>
                  <a:cubicBezTo>
                    <a:pt x="46482" y="1261493"/>
                    <a:pt x="40513" y="1256667"/>
                    <a:pt x="34925" y="1251079"/>
                  </a:cubicBezTo>
                  <a:cubicBezTo>
                    <a:pt x="29337" y="1245491"/>
                    <a:pt x="24511" y="1239522"/>
                    <a:pt x="20066" y="1233045"/>
                  </a:cubicBezTo>
                  <a:cubicBezTo>
                    <a:pt x="15621" y="1226568"/>
                    <a:pt x="12065" y="1219710"/>
                    <a:pt x="9017" y="1212471"/>
                  </a:cubicBezTo>
                  <a:cubicBezTo>
                    <a:pt x="5969" y="1205232"/>
                    <a:pt x="3810" y="1197739"/>
                    <a:pt x="2286" y="1190119"/>
                  </a:cubicBezTo>
                  <a:cubicBezTo>
                    <a:pt x="762" y="1182499"/>
                    <a:pt x="0" y="1174752"/>
                    <a:pt x="0" y="1166878"/>
                  </a:cubicBezTo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63500" y="63500"/>
              <a:ext cx="3295777" cy="1305054"/>
            </a:xfrm>
            <a:custGeom>
              <a:avLst/>
              <a:gdLst/>
              <a:ahLst/>
              <a:cxnLst/>
              <a:rect r="r" b="b" t="t" l="l"/>
              <a:pathLst>
                <a:path h="1305054" w="3295777">
                  <a:moveTo>
                    <a:pt x="0" y="1176276"/>
                  </a:moveTo>
                  <a:lnTo>
                    <a:pt x="0" y="128524"/>
                  </a:lnTo>
                  <a:lnTo>
                    <a:pt x="9525" y="128524"/>
                  </a:lnTo>
                  <a:lnTo>
                    <a:pt x="0" y="128524"/>
                  </a:lnTo>
                  <a:cubicBezTo>
                    <a:pt x="0" y="120142"/>
                    <a:pt x="762" y="111760"/>
                    <a:pt x="2413" y="103378"/>
                  </a:cubicBezTo>
                  <a:lnTo>
                    <a:pt x="11811" y="105283"/>
                  </a:lnTo>
                  <a:lnTo>
                    <a:pt x="2413" y="103378"/>
                  </a:lnTo>
                  <a:cubicBezTo>
                    <a:pt x="4064" y="95123"/>
                    <a:pt x="6477" y="86995"/>
                    <a:pt x="9779" y="79248"/>
                  </a:cubicBezTo>
                  <a:lnTo>
                    <a:pt x="18542" y="82931"/>
                  </a:lnTo>
                  <a:lnTo>
                    <a:pt x="9779" y="79248"/>
                  </a:lnTo>
                  <a:cubicBezTo>
                    <a:pt x="12954" y="71501"/>
                    <a:pt x="17018" y="64008"/>
                    <a:pt x="21717" y="57023"/>
                  </a:cubicBezTo>
                  <a:lnTo>
                    <a:pt x="29591" y="62357"/>
                  </a:lnTo>
                  <a:lnTo>
                    <a:pt x="21717" y="57023"/>
                  </a:lnTo>
                  <a:cubicBezTo>
                    <a:pt x="26416" y="50038"/>
                    <a:pt x="31750" y="43434"/>
                    <a:pt x="37719" y="37465"/>
                  </a:cubicBezTo>
                  <a:lnTo>
                    <a:pt x="44450" y="44196"/>
                  </a:lnTo>
                  <a:lnTo>
                    <a:pt x="37719" y="37465"/>
                  </a:lnTo>
                  <a:cubicBezTo>
                    <a:pt x="43688" y="31496"/>
                    <a:pt x="50165" y="26162"/>
                    <a:pt x="57150" y="21463"/>
                  </a:cubicBezTo>
                  <a:cubicBezTo>
                    <a:pt x="64135" y="16764"/>
                    <a:pt x="71628" y="12827"/>
                    <a:pt x="79375" y="9525"/>
                  </a:cubicBezTo>
                  <a:cubicBezTo>
                    <a:pt x="87122" y="6350"/>
                    <a:pt x="95250" y="3810"/>
                    <a:pt x="103505" y="2159"/>
                  </a:cubicBezTo>
                  <a:lnTo>
                    <a:pt x="105410" y="11557"/>
                  </a:lnTo>
                  <a:lnTo>
                    <a:pt x="103505" y="2159"/>
                  </a:lnTo>
                  <a:cubicBezTo>
                    <a:pt x="111760" y="762"/>
                    <a:pt x="120142" y="0"/>
                    <a:pt x="128524" y="0"/>
                  </a:cubicBezTo>
                  <a:lnTo>
                    <a:pt x="128524" y="9525"/>
                  </a:lnTo>
                  <a:lnTo>
                    <a:pt x="128524" y="0"/>
                  </a:lnTo>
                  <a:lnTo>
                    <a:pt x="3167126" y="0"/>
                  </a:lnTo>
                  <a:lnTo>
                    <a:pt x="3167126" y="9525"/>
                  </a:lnTo>
                  <a:lnTo>
                    <a:pt x="3167126" y="0"/>
                  </a:lnTo>
                  <a:cubicBezTo>
                    <a:pt x="3175635" y="0"/>
                    <a:pt x="3183890" y="762"/>
                    <a:pt x="3192272" y="2413"/>
                  </a:cubicBezTo>
                  <a:lnTo>
                    <a:pt x="3190367" y="11811"/>
                  </a:lnTo>
                  <a:lnTo>
                    <a:pt x="3192272" y="2413"/>
                  </a:lnTo>
                  <a:cubicBezTo>
                    <a:pt x="3200527" y="4064"/>
                    <a:pt x="3208655" y="6477"/>
                    <a:pt x="3216402" y="9779"/>
                  </a:cubicBezTo>
                  <a:cubicBezTo>
                    <a:pt x="3224149" y="12954"/>
                    <a:pt x="3231642" y="17018"/>
                    <a:pt x="3238627" y="21717"/>
                  </a:cubicBezTo>
                  <a:cubicBezTo>
                    <a:pt x="3245612" y="26416"/>
                    <a:pt x="3252089" y="31750"/>
                    <a:pt x="3258058" y="37719"/>
                  </a:cubicBezTo>
                  <a:cubicBezTo>
                    <a:pt x="3264027" y="43688"/>
                    <a:pt x="3269361" y="50165"/>
                    <a:pt x="3274060" y="57277"/>
                  </a:cubicBezTo>
                  <a:lnTo>
                    <a:pt x="3266186" y="62611"/>
                  </a:lnTo>
                  <a:lnTo>
                    <a:pt x="3274060" y="57277"/>
                  </a:lnTo>
                  <a:cubicBezTo>
                    <a:pt x="3278759" y="64262"/>
                    <a:pt x="3282696" y="71755"/>
                    <a:pt x="3285998" y="79502"/>
                  </a:cubicBezTo>
                  <a:lnTo>
                    <a:pt x="3277235" y="83185"/>
                  </a:lnTo>
                  <a:lnTo>
                    <a:pt x="3285998" y="79502"/>
                  </a:lnTo>
                  <a:cubicBezTo>
                    <a:pt x="3289173" y="87249"/>
                    <a:pt x="3291713" y="95377"/>
                    <a:pt x="3293364" y="103632"/>
                  </a:cubicBezTo>
                  <a:lnTo>
                    <a:pt x="3283966" y="105537"/>
                  </a:lnTo>
                  <a:lnTo>
                    <a:pt x="3293364" y="103632"/>
                  </a:lnTo>
                  <a:cubicBezTo>
                    <a:pt x="3295015" y="111887"/>
                    <a:pt x="3295777" y="120269"/>
                    <a:pt x="3295777" y="128778"/>
                  </a:cubicBezTo>
                  <a:lnTo>
                    <a:pt x="3286252" y="128778"/>
                  </a:lnTo>
                  <a:lnTo>
                    <a:pt x="3295777" y="128778"/>
                  </a:lnTo>
                  <a:lnTo>
                    <a:pt x="3295777" y="1176530"/>
                  </a:lnTo>
                  <a:lnTo>
                    <a:pt x="3286252" y="1176530"/>
                  </a:lnTo>
                  <a:lnTo>
                    <a:pt x="3295777" y="1176530"/>
                  </a:lnTo>
                  <a:cubicBezTo>
                    <a:pt x="3295777" y="1184912"/>
                    <a:pt x="3295015" y="1193294"/>
                    <a:pt x="3293364" y="1201676"/>
                  </a:cubicBezTo>
                  <a:lnTo>
                    <a:pt x="3283966" y="1199771"/>
                  </a:lnTo>
                  <a:lnTo>
                    <a:pt x="3293364" y="1201676"/>
                  </a:lnTo>
                  <a:cubicBezTo>
                    <a:pt x="3291713" y="1209931"/>
                    <a:pt x="3289300" y="1218059"/>
                    <a:pt x="3285998" y="1225806"/>
                  </a:cubicBezTo>
                  <a:lnTo>
                    <a:pt x="3277235" y="1222123"/>
                  </a:lnTo>
                  <a:lnTo>
                    <a:pt x="3285998" y="1225806"/>
                  </a:lnTo>
                  <a:cubicBezTo>
                    <a:pt x="3282823" y="1233553"/>
                    <a:pt x="3278759" y="1241046"/>
                    <a:pt x="3274060" y="1248031"/>
                  </a:cubicBezTo>
                  <a:cubicBezTo>
                    <a:pt x="3269361" y="1255016"/>
                    <a:pt x="3264027" y="1261493"/>
                    <a:pt x="3258058" y="1267462"/>
                  </a:cubicBezTo>
                  <a:cubicBezTo>
                    <a:pt x="3252089" y="1273431"/>
                    <a:pt x="3245612" y="1278765"/>
                    <a:pt x="3238627" y="1283464"/>
                  </a:cubicBezTo>
                  <a:cubicBezTo>
                    <a:pt x="3231642" y="1288163"/>
                    <a:pt x="3224149" y="1292100"/>
                    <a:pt x="3216402" y="1295275"/>
                  </a:cubicBezTo>
                  <a:cubicBezTo>
                    <a:pt x="3208655" y="1298450"/>
                    <a:pt x="3200527" y="1300990"/>
                    <a:pt x="3192272" y="1302641"/>
                  </a:cubicBezTo>
                  <a:lnTo>
                    <a:pt x="3190367" y="1293243"/>
                  </a:lnTo>
                  <a:lnTo>
                    <a:pt x="3192272" y="1302641"/>
                  </a:lnTo>
                  <a:cubicBezTo>
                    <a:pt x="3184017" y="1304292"/>
                    <a:pt x="3175635" y="1305054"/>
                    <a:pt x="3167126" y="1305054"/>
                  </a:cubicBezTo>
                  <a:lnTo>
                    <a:pt x="3167126" y="1295402"/>
                  </a:lnTo>
                  <a:lnTo>
                    <a:pt x="3167126" y="1304927"/>
                  </a:lnTo>
                  <a:lnTo>
                    <a:pt x="128524" y="1304927"/>
                  </a:lnTo>
                  <a:lnTo>
                    <a:pt x="128524" y="1295402"/>
                  </a:lnTo>
                  <a:lnTo>
                    <a:pt x="128524" y="1304927"/>
                  </a:lnTo>
                  <a:cubicBezTo>
                    <a:pt x="120015" y="1304927"/>
                    <a:pt x="111760" y="1304165"/>
                    <a:pt x="103378" y="1302514"/>
                  </a:cubicBezTo>
                  <a:lnTo>
                    <a:pt x="105283" y="1293116"/>
                  </a:lnTo>
                  <a:lnTo>
                    <a:pt x="103378" y="1302514"/>
                  </a:lnTo>
                  <a:cubicBezTo>
                    <a:pt x="95123" y="1300863"/>
                    <a:pt x="86995" y="1298450"/>
                    <a:pt x="79248" y="1295148"/>
                  </a:cubicBezTo>
                  <a:cubicBezTo>
                    <a:pt x="71501" y="1291973"/>
                    <a:pt x="64008" y="1287909"/>
                    <a:pt x="57023" y="1283337"/>
                  </a:cubicBezTo>
                  <a:cubicBezTo>
                    <a:pt x="50038" y="1278638"/>
                    <a:pt x="43561" y="1273304"/>
                    <a:pt x="37592" y="1267335"/>
                  </a:cubicBezTo>
                  <a:cubicBezTo>
                    <a:pt x="31623" y="1261366"/>
                    <a:pt x="26289" y="1254889"/>
                    <a:pt x="21590" y="1247904"/>
                  </a:cubicBezTo>
                  <a:cubicBezTo>
                    <a:pt x="16891" y="1240919"/>
                    <a:pt x="12954" y="1233426"/>
                    <a:pt x="9652" y="1225679"/>
                  </a:cubicBezTo>
                  <a:lnTo>
                    <a:pt x="18415" y="1221996"/>
                  </a:lnTo>
                  <a:lnTo>
                    <a:pt x="9652" y="1225679"/>
                  </a:lnTo>
                  <a:cubicBezTo>
                    <a:pt x="6350" y="1217932"/>
                    <a:pt x="3937" y="1209804"/>
                    <a:pt x="2286" y="1201549"/>
                  </a:cubicBezTo>
                  <a:lnTo>
                    <a:pt x="11684" y="1199644"/>
                  </a:lnTo>
                  <a:lnTo>
                    <a:pt x="2286" y="1201549"/>
                  </a:lnTo>
                  <a:cubicBezTo>
                    <a:pt x="762" y="1193167"/>
                    <a:pt x="0" y="1184785"/>
                    <a:pt x="0" y="1176276"/>
                  </a:cubicBezTo>
                  <a:lnTo>
                    <a:pt x="9525" y="1176276"/>
                  </a:lnTo>
                  <a:lnTo>
                    <a:pt x="0" y="1176276"/>
                  </a:lnTo>
                  <a:moveTo>
                    <a:pt x="19050" y="1176276"/>
                  </a:moveTo>
                  <a:cubicBezTo>
                    <a:pt x="19050" y="1183515"/>
                    <a:pt x="19812" y="1190627"/>
                    <a:pt x="21209" y="1197612"/>
                  </a:cubicBezTo>
                  <a:cubicBezTo>
                    <a:pt x="22606" y="1204724"/>
                    <a:pt x="24638" y="1211455"/>
                    <a:pt x="27432" y="1218186"/>
                  </a:cubicBezTo>
                  <a:cubicBezTo>
                    <a:pt x="30226" y="1224790"/>
                    <a:pt x="33528" y="1231140"/>
                    <a:pt x="37592" y="1237109"/>
                  </a:cubicBezTo>
                  <a:lnTo>
                    <a:pt x="29718" y="1242443"/>
                  </a:lnTo>
                  <a:lnTo>
                    <a:pt x="37592" y="1237109"/>
                  </a:lnTo>
                  <a:cubicBezTo>
                    <a:pt x="41529" y="1243078"/>
                    <a:pt x="46101" y="1248666"/>
                    <a:pt x="51181" y="1253746"/>
                  </a:cubicBezTo>
                  <a:lnTo>
                    <a:pt x="44450" y="1260477"/>
                  </a:lnTo>
                  <a:lnTo>
                    <a:pt x="51181" y="1253746"/>
                  </a:lnTo>
                  <a:cubicBezTo>
                    <a:pt x="56261" y="1258826"/>
                    <a:pt x="61849" y="1263398"/>
                    <a:pt x="67818" y="1267335"/>
                  </a:cubicBezTo>
                  <a:lnTo>
                    <a:pt x="62484" y="1275209"/>
                  </a:lnTo>
                  <a:lnTo>
                    <a:pt x="67818" y="1267335"/>
                  </a:lnTo>
                  <a:cubicBezTo>
                    <a:pt x="73787" y="1271272"/>
                    <a:pt x="80137" y="1274701"/>
                    <a:pt x="86741" y="1277495"/>
                  </a:cubicBezTo>
                  <a:lnTo>
                    <a:pt x="83058" y="1286258"/>
                  </a:lnTo>
                  <a:lnTo>
                    <a:pt x="86741" y="1277495"/>
                  </a:lnTo>
                  <a:cubicBezTo>
                    <a:pt x="93345" y="1280289"/>
                    <a:pt x="100203" y="1282321"/>
                    <a:pt x="107315" y="1283718"/>
                  </a:cubicBezTo>
                  <a:cubicBezTo>
                    <a:pt x="114427" y="1285115"/>
                    <a:pt x="121539" y="1285877"/>
                    <a:pt x="128651" y="1285877"/>
                  </a:cubicBezTo>
                  <a:lnTo>
                    <a:pt x="3167126" y="1285877"/>
                  </a:lnTo>
                  <a:cubicBezTo>
                    <a:pt x="3174365" y="1285877"/>
                    <a:pt x="3181477" y="1285115"/>
                    <a:pt x="3188462" y="1283718"/>
                  </a:cubicBezTo>
                  <a:cubicBezTo>
                    <a:pt x="3195574" y="1282321"/>
                    <a:pt x="3202305" y="1280289"/>
                    <a:pt x="3209036" y="1277495"/>
                  </a:cubicBezTo>
                  <a:lnTo>
                    <a:pt x="3212719" y="1286258"/>
                  </a:lnTo>
                  <a:lnTo>
                    <a:pt x="3209036" y="1277495"/>
                  </a:lnTo>
                  <a:cubicBezTo>
                    <a:pt x="3215640" y="1274701"/>
                    <a:pt x="3221990" y="1271399"/>
                    <a:pt x="3227959" y="1267335"/>
                  </a:cubicBezTo>
                  <a:lnTo>
                    <a:pt x="3233293" y="1275209"/>
                  </a:lnTo>
                  <a:lnTo>
                    <a:pt x="3227959" y="1267335"/>
                  </a:lnTo>
                  <a:cubicBezTo>
                    <a:pt x="3233928" y="1263271"/>
                    <a:pt x="3239516" y="1258826"/>
                    <a:pt x="3244596" y="1253746"/>
                  </a:cubicBezTo>
                  <a:lnTo>
                    <a:pt x="3251327" y="1260477"/>
                  </a:lnTo>
                  <a:lnTo>
                    <a:pt x="3244596" y="1253746"/>
                  </a:lnTo>
                  <a:cubicBezTo>
                    <a:pt x="3249676" y="1248666"/>
                    <a:pt x="3254248" y="1243078"/>
                    <a:pt x="3258185" y="1237109"/>
                  </a:cubicBezTo>
                  <a:lnTo>
                    <a:pt x="3266059" y="1242443"/>
                  </a:lnTo>
                  <a:lnTo>
                    <a:pt x="3258185" y="1237109"/>
                  </a:lnTo>
                  <a:cubicBezTo>
                    <a:pt x="3262122" y="1231140"/>
                    <a:pt x="3265551" y="1224790"/>
                    <a:pt x="3268345" y="1218186"/>
                  </a:cubicBezTo>
                  <a:cubicBezTo>
                    <a:pt x="3271139" y="1211582"/>
                    <a:pt x="3273171" y="1204724"/>
                    <a:pt x="3274568" y="1197612"/>
                  </a:cubicBezTo>
                  <a:cubicBezTo>
                    <a:pt x="3275965" y="1190500"/>
                    <a:pt x="3276727" y="1183388"/>
                    <a:pt x="3276727" y="1176276"/>
                  </a:cubicBezTo>
                  <a:lnTo>
                    <a:pt x="3276727" y="128524"/>
                  </a:lnTo>
                  <a:cubicBezTo>
                    <a:pt x="3276727" y="121285"/>
                    <a:pt x="3275965" y="114173"/>
                    <a:pt x="3274568" y="107188"/>
                  </a:cubicBezTo>
                  <a:cubicBezTo>
                    <a:pt x="3273171" y="100076"/>
                    <a:pt x="3271139" y="93345"/>
                    <a:pt x="3268345" y="86614"/>
                  </a:cubicBezTo>
                  <a:cubicBezTo>
                    <a:pt x="3265551" y="80010"/>
                    <a:pt x="3262249" y="73660"/>
                    <a:pt x="3258185" y="67691"/>
                  </a:cubicBezTo>
                  <a:cubicBezTo>
                    <a:pt x="3254248" y="61722"/>
                    <a:pt x="3249676" y="56134"/>
                    <a:pt x="3244596" y="51054"/>
                  </a:cubicBezTo>
                  <a:lnTo>
                    <a:pt x="3251200" y="44450"/>
                  </a:lnTo>
                  <a:lnTo>
                    <a:pt x="3244469" y="51181"/>
                  </a:lnTo>
                  <a:cubicBezTo>
                    <a:pt x="3239389" y="46101"/>
                    <a:pt x="3233801" y="41529"/>
                    <a:pt x="3227832" y="37592"/>
                  </a:cubicBezTo>
                  <a:lnTo>
                    <a:pt x="3233166" y="29718"/>
                  </a:lnTo>
                  <a:lnTo>
                    <a:pt x="3227832" y="37592"/>
                  </a:lnTo>
                  <a:cubicBezTo>
                    <a:pt x="3221863" y="33528"/>
                    <a:pt x="3215513" y="30226"/>
                    <a:pt x="3208909" y="27432"/>
                  </a:cubicBezTo>
                  <a:lnTo>
                    <a:pt x="3212592" y="18669"/>
                  </a:lnTo>
                  <a:lnTo>
                    <a:pt x="3208909" y="27432"/>
                  </a:lnTo>
                  <a:cubicBezTo>
                    <a:pt x="3202305" y="24638"/>
                    <a:pt x="3195447" y="22606"/>
                    <a:pt x="3188335" y="21209"/>
                  </a:cubicBezTo>
                  <a:cubicBezTo>
                    <a:pt x="3181223" y="19812"/>
                    <a:pt x="3174111" y="19050"/>
                    <a:pt x="3166999" y="19050"/>
                  </a:cubicBezTo>
                  <a:lnTo>
                    <a:pt x="128524" y="19050"/>
                  </a:lnTo>
                  <a:cubicBezTo>
                    <a:pt x="121285" y="19050"/>
                    <a:pt x="114173" y="19812"/>
                    <a:pt x="107188" y="21209"/>
                  </a:cubicBezTo>
                  <a:cubicBezTo>
                    <a:pt x="100076" y="22606"/>
                    <a:pt x="93345" y="24638"/>
                    <a:pt x="86614" y="27432"/>
                  </a:cubicBezTo>
                  <a:lnTo>
                    <a:pt x="82931" y="18669"/>
                  </a:lnTo>
                  <a:lnTo>
                    <a:pt x="86614" y="27432"/>
                  </a:lnTo>
                  <a:cubicBezTo>
                    <a:pt x="80010" y="30226"/>
                    <a:pt x="73660" y="33528"/>
                    <a:pt x="67691" y="37592"/>
                  </a:cubicBezTo>
                  <a:lnTo>
                    <a:pt x="62357" y="29718"/>
                  </a:lnTo>
                  <a:lnTo>
                    <a:pt x="67691" y="37592"/>
                  </a:lnTo>
                  <a:cubicBezTo>
                    <a:pt x="61722" y="41529"/>
                    <a:pt x="56134" y="46101"/>
                    <a:pt x="51054" y="51181"/>
                  </a:cubicBezTo>
                  <a:cubicBezTo>
                    <a:pt x="45974" y="56261"/>
                    <a:pt x="41402" y="61849"/>
                    <a:pt x="37465" y="67818"/>
                  </a:cubicBezTo>
                  <a:cubicBezTo>
                    <a:pt x="33528" y="73787"/>
                    <a:pt x="30099" y="80137"/>
                    <a:pt x="27305" y="86741"/>
                  </a:cubicBezTo>
                  <a:cubicBezTo>
                    <a:pt x="24511" y="93345"/>
                    <a:pt x="22479" y="100203"/>
                    <a:pt x="21082" y="107315"/>
                  </a:cubicBezTo>
                  <a:cubicBezTo>
                    <a:pt x="19685" y="114427"/>
                    <a:pt x="18923" y="121539"/>
                    <a:pt x="18923" y="128651"/>
                  </a:cubicBezTo>
                  <a:lnTo>
                    <a:pt x="18923" y="1176403"/>
                  </a:lnTo>
                  <a:close/>
                </a:path>
              </a:pathLst>
            </a:custGeom>
            <a:solidFill>
              <a:srgbClr val="B4CCE3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938619" y="643897"/>
            <a:ext cx="7589886" cy="8201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53"/>
              </a:lnSpc>
            </a:pPr>
            <a:r>
              <a:rPr lang="en-US" sz="4895">
                <a:solidFill>
                  <a:srgbClr val="091C5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Real-Time Web Support (Firecrawl)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206976" y="8539625"/>
            <a:ext cx="3473074" cy="903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4"/>
              </a:lnSpc>
            </a:pPr>
            <a:r>
              <a:rPr lang="en-US" sz="2324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Fetches the latest information beyond static FAQs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091070" y="8539625"/>
            <a:ext cx="4192042" cy="903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4"/>
              </a:lnSpc>
            </a:pPr>
            <a:r>
              <a:rPr lang="en-US" sz="2324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Combines multiple web sources into one clear response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1975164" y="8539625"/>
            <a:ext cx="4159759" cy="903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4"/>
              </a:lnSpc>
            </a:pPr>
            <a:r>
              <a:rPr lang="en-US" sz="2324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Improves answer quality when FAQs are insufficient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701776" y="3613538"/>
            <a:ext cx="4685175" cy="2915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52"/>
              </a:lnSpc>
            </a:pPr>
            <a:r>
              <a:rPr lang="en-US" sz="2887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When internal FAQs are insufficient, Firecrawl fetches the latest troubleshooting steps from the web, combining multiple sources into a single, coherent response.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206976" y="8032451"/>
            <a:ext cx="2465109" cy="482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16"/>
              </a:lnSpc>
            </a:pPr>
            <a:r>
              <a:rPr lang="en-US" sz="2940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Always Up-to-Date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091070" y="8032451"/>
            <a:ext cx="2950807" cy="482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16"/>
              </a:lnSpc>
            </a:pPr>
            <a:r>
              <a:rPr lang="en-US" sz="2940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Multi-Source Synthesis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1975164" y="8032451"/>
            <a:ext cx="2475172" cy="482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16"/>
              </a:lnSpc>
            </a:pPr>
            <a:r>
              <a:rPr lang="en-US" sz="2940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Enhanced Accuracy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063272" y="-77814"/>
            <a:ext cx="14161444" cy="10438228"/>
            <a:chOff x="0" y="0"/>
            <a:chExt cx="11557000" cy="85185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63500" y="63500"/>
              <a:ext cx="11430000" cy="8391525"/>
            </a:xfrm>
            <a:custGeom>
              <a:avLst/>
              <a:gdLst/>
              <a:ahLst/>
              <a:cxnLst/>
              <a:rect r="r" b="b" t="t" l="l"/>
              <a:pathLst>
                <a:path h="8391525" w="11430000">
                  <a:moveTo>
                    <a:pt x="0" y="0"/>
                  </a:moveTo>
                  <a:lnTo>
                    <a:pt x="11430000" y="0"/>
                  </a:lnTo>
                  <a:lnTo>
                    <a:pt x="11430000" y="8391525"/>
                  </a:lnTo>
                  <a:lnTo>
                    <a:pt x="0" y="839152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3500" y="63500"/>
              <a:ext cx="11430000" cy="8391525"/>
            </a:xfrm>
            <a:custGeom>
              <a:avLst/>
              <a:gdLst/>
              <a:ahLst/>
              <a:cxnLst/>
              <a:rect r="r" b="b" t="t" l="l"/>
              <a:pathLst>
                <a:path h="8391525" w="11430000">
                  <a:moveTo>
                    <a:pt x="0" y="0"/>
                  </a:moveTo>
                  <a:lnTo>
                    <a:pt x="11430000" y="0"/>
                  </a:lnTo>
                  <a:lnTo>
                    <a:pt x="11430000" y="8391525"/>
                  </a:lnTo>
                  <a:lnTo>
                    <a:pt x="0" y="8391525"/>
                  </a:lnTo>
                  <a:close/>
                </a:path>
              </a:pathLst>
            </a:custGeom>
            <a:solidFill>
              <a:srgbClr val="F5F5F6"/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63500" y="63500"/>
              <a:ext cx="11430000" cy="8391525"/>
            </a:xfrm>
            <a:custGeom>
              <a:avLst/>
              <a:gdLst/>
              <a:ahLst/>
              <a:cxnLst/>
              <a:rect r="r" b="b" t="t" l="l"/>
              <a:pathLst>
                <a:path h="8391525" w="11430000">
                  <a:moveTo>
                    <a:pt x="0" y="0"/>
                  </a:moveTo>
                  <a:lnTo>
                    <a:pt x="11430000" y="0"/>
                  </a:lnTo>
                  <a:lnTo>
                    <a:pt x="11430000" y="8391525"/>
                  </a:lnTo>
                  <a:lnTo>
                    <a:pt x="0" y="8391525"/>
                  </a:lnTo>
                  <a:close/>
                </a:path>
              </a:pathLst>
            </a:custGeom>
            <a:solidFill>
              <a:srgbClr val="DEEEFF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63500" y="63500"/>
              <a:ext cx="11430000" cy="8391525"/>
            </a:xfrm>
            <a:custGeom>
              <a:avLst/>
              <a:gdLst/>
              <a:ahLst/>
              <a:cxnLst/>
              <a:rect r="r" b="b" t="t" l="l"/>
              <a:pathLst>
                <a:path h="8391525" w="11430000">
                  <a:moveTo>
                    <a:pt x="0" y="0"/>
                  </a:moveTo>
                  <a:lnTo>
                    <a:pt x="11430000" y="0"/>
                  </a:lnTo>
                  <a:lnTo>
                    <a:pt x="11430000" y="8391525"/>
                  </a:lnTo>
                  <a:lnTo>
                    <a:pt x="0" y="8391525"/>
                  </a:lnTo>
                  <a:close/>
                </a:path>
              </a:pathLst>
            </a:custGeom>
            <a:solidFill>
              <a:srgbClr val="DEEEFF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63500" y="63500"/>
              <a:ext cx="11430000" cy="8391525"/>
            </a:xfrm>
            <a:custGeom>
              <a:avLst/>
              <a:gdLst/>
              <a:ahLst/>
              <a:cxnLst/>
              <a:rect r="r" b="b" t="t" l="l"/>
              <a:pathLst>
                <a:path h="8391525" w="11430000">
                  <a:moveTo>
                    <a:pt x="0" y="0"/>
                  </a:moveTo>
                  <a:lnTo>
                    <a:pt x="11430000" y="0"/>
                  </a:lnTo>
                  <a:lnTo>
                    <a:pt x="11430000" y="8391525"/>
                  </a:lnTo>
                  <a:lnTo>
                    <a:pt x="0" y="839152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896874" y="4639056"/>
              <a:ext cx="9755124" cy="956818"/>
            </a:xfrm>
            <a:custGeom>
              <a:avLst/>
              <a:gdLst/>
              <a:ahLst/>
              <a:cxnLst/>
              <a:rect r="r" b="b" t="t" l="l"/>
              <a:pathLst>
                <a:path h="956818" w="9755124">
                  <a:moveTo>
                    <a:pt x="9755124" y="478409"/>
                  </a:moveTo>
                  <a:lnTo>
                    <a:pt x="9267063" y="956818"/>
                  </a:lnTo>
                  <a:lnTo>
                    <a:pt x="9267063" y="838835"/>
                  </a:lnTo>
                  <a:lnTo>
                    <a:pt x="0" y="838835"/>
                  </a:lnTo>
                  <a:lnTo>
                    <a:pt x="0" y="122809"/>
                  </a:lnTo>
                  <a:lnTo>
                    <a:pt x="9267063" y="122809"/>
                  </a:lnTo>
                  <a:lnTo>
                    <a:pt x="9267063" y="0"/>
                  </a:lnTo>
                  <a:lnTo>
                    <a:pt x="9755124" y="478409"/>
                  </a:lnTo>
                  <a:close/>
                </a:path>
              </a:pathLst>
            </a:custGeom>
            <a:solidFill>
              <a:srgbClr val="3297F6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896874" y="3629406"/>
              <a:ext cx="8834374" cy="956818"/>
            </a:xfrm>
            <a:custGeom>
              <a:avLst/>
              <a:gdLst/>
              <a:ahLst/>
              <a:cxnLst/>
              <a:rect r="r" b="b" t="t" l="l"/>
              <a:pathLst>
                <a:path h="956818" w="8834374">
                  <a:moveTo>
                    <a:pt x="8834374" y="478409"/>
                  </a:moveTo>
                  <a:lnTo>
                    <a:pt x="8346313" y="956818"/>
                  </a:lnTo>
                  <a:lnTo>
                    <a:pt x="8346313" y="835787"/>
                  </a:lnTo>
                  <a:lnTo>
                    <a:pt x="0" y="835787"/>
                  </a:lnTo>
                  <a:lnTo>
                    <a:pt x="0" y="119761"/>
                  </a:lnTo>
                  <a:lnTo>
                    <a:pt x="8346313" y="119761"/>
                  </a:lnTo>
                  <a:lnTo>
                    <a:pt x="8346313" y="0"/>
                  </a:lnTo>
                  <a:lnTo>
                    <a:pt x="8834374" y="478409"/>
                  </a:lnTo>
                  <a:close/>
                </a:path>
              </a:pathLst>
            </a:custGeom>
            <a:solidFill>
              <a:srgbClr val="0A7EEB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896874" y="2621407"/>
              <a:ext cx="8016113" cy="956818"/>
            </a:xfrm>
            <a:custGeom>
              <a:avLst/>
              <a:gdLst/>
              <a:ahLst/>
              <a:cxnLst/>
              <a:rect r="r" b="b" t="t" l="l"/>
              <a:pathLst>
                <a:path h="956818" w="8016113">
                  <a:moveTo>
                    <a:pt x="8016113" y="478409"/>
                  </a:moveTo>
                  <a:lnTo>
                    <a:pt x="7528052" y="956818"/>
                  </a:lnTo>
                  <a:lnTo>
                    <a:pt x="7528052" y="838835"/>
                  </a:lnTo>
                  <a:lnTo>
                    <a:pt x="0" y="838835"/>
                  </a:lnTo>
                  <a:lnTo>
                    <a:pt x="0" y="122809"/>
                  </a:lnTo>
                  <a:lnTo>
                    <a:pt x="7527925" y="122809"/>
                  </a:lnTo>
                  <a:lnTo>
                    <a:pt x="7527925" y="0"/>
                  </a:lnTo>
                  <a:lnTo>
                    <a:pt x="8015986" y="478409"/>
                  </a:lnTo>
                  <a:close/>
                </a:path>
              </a:pathLst>
            </a:custGeom>
            <a:solidFill>
              <a:srgbClr val="0864BA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896874" y="1611122"/>
              <a:ext cx="7187438" cy="956818"/>
            </a:xfrm>
            <a:custGeom>
              <a:avLst/>
              <a:gdLst/>
              <a:ahLst/>
              <a:cxnLst/>
              <a:rect r="r" b="b" t="t" l="l"/>
              <a:pathLst>
                <a:path h="956818" w="7187438">
                  <a:moveTo>
                    <a:pt x="7187438" y="478409"/>
                  </a:moveTo>
                  <a:lnTo>
                    <a:pt x="6699377" y="956818"/>
                  </a:lnTo>
                  <a:lnTo>
                    <a:pt x="6699377" y="836422"/>
                  </a:lnTo>
                  <a:lnTo>
                    <a:pt x="0" y="836422"/>
                  </a:lnTo>
                  <a:lnTo>
                    <a:pt x="0" y="120396"/>
                  </a:lnTo>
                  <a:lnTo>
                    <a:pt x="6699377" y="120396"/>
                  </a:lnTo>
                  <a:lnTo>
                    <a:pt x="6699377" y="0"/>
                  </a:lnTo>
                  <a:lnTo>
                    <a:pt x="7187438" y="478409"/>
                  </a:lnTo>
                  <a:close/>
                </a:path>
              </a:pathLst>
            </a:custGeom>
            <a:solidFill>
              <a:srgbClr val="064A89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663575" y="6721475"/>
              <a:ext cx="10229850" cy="1266952"/>
            </a:xfrm>
            <a:custGeom>
              <a:avLst/>
              <a:gdLst/>
              <a:ahLst/>
              <a:cxnLst/>
              <a:rect r="r" b="b" t="t" l="l"/>
              <a:pathLst>
                <a:path h="1266952" w="10229850">
                  <a:moveTo>
                    <a:pt x="0" y="1138301"/>
                  </a:moveTo>
                  <a:lnTo>
                    <a:pt x="0" y="128651"/>
                  </a:lnTo>
                  <a:cubicBezTo>
                    <a:pt x="0" y="120269"/>
                    <a:pt x="762" y="111887"/>
                    <a:pt x="2413" y="103505"/>
                  </a:cubicBezTo>
                  <a:cubicBezTo>
                    <a:pt x="4064" y="95123"/>
                    <a:pt x="6477" y="87122"/>
                    <a:pt x="9779" y="79375"/>
                  </a:cubicBezTo>
                  <a:cubicBezTo>
                    <a:pt x="13081" y="71628"/>
                    <a:pt x="17018" y="64135"/>
                    <a:pt x="21717" y="57150"/>
                  </a:cubicBezTo>
                  <a:cubicBezTo>
                    <a:pt x="26416" y="50165"/>
                    <a:pt x="31750" y="43688"/>
                    <a:pt x="37719" y="37719"/>
                  </a:cubicBezTo>
                  <a:cubicBezTo>
                    <a:pt x="43688" y="31750"/>
                    <a:pt x="50165" y="26416"/>
                    <a:pt x="57150" y="21717"/>
                  </a:cubicBezTo>
                  <a:cubicBezTo>
                    <a:pt x="64135" y="17018"/>
                    <a:pt x="71628" y="13081"/>
                    <a:pt x="79375" y="9779"/>
                  </a:cubicBezTo>
                  <a:cubicBezTo>
                    <a:pt x="87122" y="6477"/>
                    <a:pt x="95250" y="4064"/>
                    <a:pt x="103505" y="2413"/>
                  </a:cubicBezTo>
                  <a:cubicBezTo>
                    <a:pt x="111760" y="762"/>
                    <a:pt x="120142" y="0"/>
                    <a:pt x="128651" y="0"/>
                  </a:cubicBezTo>
                  <a:lnTo>
                    <a:pt x="10101199" y="0"/>
                  </a:lnTo>
                  <a:cubicBezTo>
                    <a:pt x="10109581" y="0"/>
                    <a:pt x="10117963" y="762"/>
                    <a:pt x="10126345" y="2413"/>
                  </a:cubicBezTo>
                  <a:cubicBezTo>
                    <a:pt x="10134727" y="4064"/>
                    <a:pt x="10142728" y="6477"/>
                    <a:pt x="10150475" y="9779"/>
                  </a:cubicBezTo>
                  <a:cubicBezTo>
                    <a:pt x="10158222" y="13081"/>
                    <a:pt x="10165715" y="17018"/>
                    <a:pt x="10172700" y="21717"/>
                  </a:cubicBezTo>
                  <a:cubicBezTo>
                    <a:pt x="10179685" y="26416"/>
                    <a:pt x="10186162" y="31750"/>
                    <a:pt x="10192131" y="37719"/>
                  </a:cubicBezTo>
                  <a:cubicBezTo>
                    <a:pt x="10198100" y="43688"/>
                    <a:pt x="10203434" y="50165"/>
                    <a:pt x="10208133" y="57150"/>
                  </a:cubicBezTo>
                  <a:cubicBezTo>
                    <a:pt x="10212832" y="64135"/>
                    <a:pt x="10216769" y="71628"/>
                    <a:pt x="10220071" y="79375"/>
                  </a:cubicBezTo>
                  <a:cubicBezTo>
                    <a:pt x="10223373" y="87122"/>
                    <a:pt x="10225786" y="95250"/>
                    <a:pt x="10227437" y="103505"/>
                  </a:cubicBezTo>
                  <a:cubicBezTo>
                    <a:pt x="10229088" y="111760"/>
                    <a:pt x="10229850" y="120142"/>
                    <a:pt x="10229850" y="128651"/>
                  </a:cubicBezTo>
                  <a:lnTo>
                    <a:pt x="10229850" y="1138301"/>
                  </a:lnTo>
                  <a:cubicBezTo>
                    <a:pt x="10229850" y="1146683"/>
                    <a:pt x="10229088" y="1155065"/>
                    <a:pt x="10227437" y="1163447"/>
                  </a:cubicBezTo>
                  <a:cubicBezTo>
                    <a:pt x="10225786" y="1171829"/>
                    <a:pt x="10223373" y="1179830"/>
                    <a:pt x="10220071" y="1187577"/>
                  </a:cubicBezTo>
                  <a:cubicBezTo>
                    <a:pt x="10216769" y="1195324"/>
                    <a:pt x="10212832" y="1202817"/>
                    <a:pt x="10208133" y="1209802"/>
                  </a:cubicBezTo>
                  <a:cubicBezTo>
                    <a:pt x="10203434" y="1216787"/>
                    <a:pt x="10198100" y="1223264"/>
                    <a:pt x="10192131" y="1229233"/>
                  </a:cubicBezTo>
                  <a:cubicBezTo>
                    <a:pt x="10186162" y="1235202"/>
                    <a:pt x="10179685" y="1240536"/>
                    <a:pt x="10172700" y="1245235"/>
                  </a:cubicBezTo>
                  <a:cubicBezTo>
                    <a:pt x="10165715" y="1249934"/>
                    <a:pt x="10158222" y="1253871"/>
                    <a:pt x="10150475" y="1257173"/>
                  </a:cubicBezTo>
                  <a:cubicBezTo>
                    <a:pt x="10142728" y="1260475"/>
                    <a:pt x="10134600" y="1262888"/>
                    <a:pt x="10126345" y="1264539"/>
                  </a:cubicBezTo>
                  <a:cubicBezTo>
                    <a:pt x="10118090" y="1266190"/>
                    <a:pt x="10109708" y="1266952"/>
                    <a:pt x="10101199" y="1266952"/>
                  </a:cubicBezTo>
                  <a:lnTo>
                    <a:pt x="128651" y="1266952"/>
                  </a:lnTo>
                  <a:cubicBezTo>
                    <a:pt x="120269" y="1266952"/>
                    <a:pt x="111887" y="1266190"/>
                    <a:pt x="103505" y="1264539"/>
                  </a:cubicBezTo>
                  <a:cubicBezTo>
                    <a:pt x="95123" y="1262888"/>
                    <a:pt x="87122" y="1260475"/>
                    <a:pt x="79375" y="1257173"/>
                  </a:cubicBezTo>
                  <a:cubicBezTo>
                    <a:pt x="71628" y="1253871"/>
                    <a:pt x="64135" y="1249934"/>
                    <a:pt x="57150" y="1245235"/>
                  </a:cubicBezTo>
                  <a:cubicBezTo>
                    <a:pt x="50165" y="1240536"/>
                    <a:pt x="43688" y="1235202"/>
                    <a:pt x="37719" y="1229233"/>
                  </a:cubicBezTo>
                  <a:cubicBezTo>
                    <a:pt x="31750" y="1223264"/>
                    <a:pt x="26416" y="1216787"/>
                    <a:pt x="21717" y="1209802"/>
                  </a:cubicBezTo>
                  <a:cubicBezTo>
                    <a:pt x="17018" y="1202817"/>
                    <a:pt x="13081" y="1195324"/>
                    <a:pt x="9779" y="1187577"/>
                  </a:cubicBezTo>
                  <a:cubicBezTo>
                    <a:pt x="6477" y="1179830"/>
                    <a:pt x="4064" y="1171702"/>
                    <a:pt x="2413" y="1163447"/>
                  </a:cubicBezTo>
                  <a:cubicBezTo>
                    <a:pt x="762" y="1155192"/>
                    <a:pt x="0" y="1146810"/>
                    <a:pt x="0" y="1138301"/>
                  </a:cubicBezTo>
                  <a:close/>
                </a:path>
              </a:pathLst>
            </a:custGeom>
            <a:solidFill>
              <a:srgbClr val="CEE6FD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663575" y="6721475"/>
              <a:ext cx="3409950" cy="1266825"/>
            </a:xfrm>
            <a:custGeom>
              <a:avLst/>
              <a:gdLst/>
              <a:ahLst/>
              <a:cxnLst/>
              <a:rect r="r" b="b" t="t" l="l"/>
              <a:pathLst>
                <a:path h="1266825" w="3409950">
                  <a:moveTo>
                    <a:pt x="0" y="1138301"/>
                  </a:moveTo>
                  <a:lnTo>
                    <a:pt x="0" y="128651"/>
                  </a:lnTo>
                  <a:cubicBezTo>
                    <a:pt x="0" y="120269"/>
                    <a:pt x="762" y="111887"/>
                    <a:pt x="2413" y="103505"/>
                  </a:cubicBezTo>
                  <a:cubicBezTo>
                    <a:pt x="4064" y="95123"/>
                    <a:pt x="6477" y="87122"/>
                    <a:pt x="9779" y="79375"/>
                  </a:cubicBezTo>
                  <a:cubicBezTo>
                    <a:pt x="13081" y="71628"/>
                    <a:pt x="17018" y="64135"/>
                    <a:pt x="21717" y="57150"/>
                  </a:cubicBezTo>
                  <a:cubicBezTo>
                    <a:pt x="26416" y="50165"/>
                    <a:pt x="31750" y="43688"/>
                    <a:pt x="37719" y="37719"/>
                  </a:cubicBezTo>
                  <a:cubicBezTo>
                    <a:pt x="43688" y="31750"/>
                    <a:pt x="50165" y="26416"/>
                    <a:pt x="57150" y="21717"/>
                  </a:cubicBezTo>
                  <a:cubicBezTo>
                    <a:pt x="64135" y="17018"/>
                    <a:pt x="71628" y="13081"/>
                    <a:pt x="79375" y="9779"/>
                  </a:cubicBezTo>
                  <a:cubicBezTo>
                    <a:pt x="87122" y="6477"/>
                    <a:pt x="95250" y="4064"/>
                    <a:pt x="103505" y="2413"/>
                  </a:cubicBezTo>
                  <a:cubicBezTo>
                    <a:pt x="111760" y="762"/>
                    <a:pt x="120142" y="0"/>
                    <a:pt x="128651" y="0"/>
                  </a:cubicBezTo>
                  <a:lnTo>
                    <a:pt x="3409950" y="0"/>
                  </a:lnTo>
                  <a:lnTo>
                    <a:pt x="3409950" y="1266825"/>
                  </a:lnTo>
                  <a:lnTo>
                    <a:pt x="128651" y="1266825"/>
                  </a:lnTo>
                  <a:cubicBezTo>
                    <a:pt x="120269" y="1266825"/>
                    <a:pt x="111887" y="1266063"/>
                    <a:pt x="103505" y="1264412"/>
                  </a:cubicBezTo>
                  <a:cubicBezTo>
                    <a:pt x="95123" y="1262761"/>
                    <a:pt x="87122" y="1260348"/>
                    <a:pt x="79375" y="1257046"/>
                  </a:cubicBezTo>
                  <a:cubicBezTo>
                    <a:pt x="71628" y="1253744"/>
                    <a:pt x="64135" y="1249807"/>
                    <a:pt x="57150" y="1245108"/>
                  </a:cubicBezTo>
                  <a:cubicBezTo>
                    <a:pt x="50165" y="1240409"/>
                    <a:pt x="43688" y="1235075"/>
                    <a:pt x="37719" y="1229106"/>
                  </a:cubicBezTo>
                  <a:cubicBezTo>
                    <a:pt x="31750" y="1223137"/>
                    <a:pt x="26416" y="1216660"/>
                    <a:pt x="21717" y="1209675"/>
                  </a:cubicBezTo>
                  <a:cubicBezTo>
                    <a:pt x="17018" y="1202690"/>
                    <a:pt x="13081" y="1195197"/>
                    <a:pt x="9779" y="1187450"/>
                  </a:cubicBezTo>
                  <a:cubicBezTo>
                    <a:pt x="6477" y="1179703"/>
                    <a:pt x="4064" y="1171575"/>
                    <a:pt x="2413" y="1163320"/>
                  </a:cubicBezTo>
                  <a:cubicBezTo>
                    <a:pt x="762" y="1155065"/>
                    <a:pt x="0" y="1146683"/>
                    <a:pt x="0" y="1138174"/>
                  </a:cubicBezTo>
                  <a:close/>
                </a:path>
              </a:pathLst>
            </a:custGeom>
            <a:solidFill>
              <a:srgbClr val="CEE6FD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4073525" y="6721475"/>
              <a:ext cx="3409950" cy="1266825"/>
            </a:xfrm>
            <a:custGeom>
              <a:avLst/>
              <a:gdLst/>
              <a:ahLst/>
              <a:cxnLst/>
              <a:rect r="r" b="b" t="t" l="l"/>
              <a:pathLst>
                <a:path h="1266825" w="3409950">
                  <a:moveTo>
                    <a:pt x="0" y="0"/>
                  </a:moveTo>
                  <a:lnTo>
                    <a:pt x="3409950" y="0"/>
                  </a:lnTo>
                  <a:lnTo>
                    <a:pt x="3409950" y="1266825"/>
                  </a:lnTo>
                  <a:lnTo>
                    <a:pt x="0" y="1266825"/>
                  </a:lnTo>
                  <a:close/>
                </a:path>
              </a:pathLst>
            </a:custGeom>
            <a:solidFill>
              <a:srgbClr val="CEE6FD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4073525" y="6721475"/>
              <a:ext cx="19050" cy="1266825"/>
            </a:xfrm>
            <a:custGeom>
              <a:avLst/>
              <a:gdLst/>
              <a:ahLst/>
              <a:cxnLst/>
              <a:rect r="r" b="b" t="t" l="l"/>
              <a:pathLst>
                <a:path h="1266825" w="19050">
                  <a:moveTo>
                    <a:pt x="0" y="1257300"/>
                  </a:moveTo>
                  <a:lnTo>
                    <a:pt x="0" y="9525"/>
                  </a:lnTo>
                  <a:cubicBezTo>
                    <a:pt x="0" y="6858"/>
                    <a:pt x="889" y="4699"/>
                    <a:pt x="2794" y="2794"/>
                  </a:cubicBezTo>
                  <a:cubicBezTo>
                    <a:pt x="4699" y="889"/>
                    <a:pt x="6858" y="0"/>
                    <a:pt x="9525" y="0"/>
                  </a:cubicBezTo>
                  <a:cubicBezTo>
                    <a:pt x="12192" y="0"/>
                    <a:pt x="14351" y="889"/>
                    <a:pt x="16256" y="2794"/>
                  </a:cubicBezTo>
                  <a:cubicBezTo>
                    <a:pt x="18161" y="4699"/>
                    <a:pt x="19050" y="6858"/>
                    <a:pt x="19050" y="9525"/>
                  </a:cubicBezTo>
                  <a:lnTo>
                    <a:pt x="19050" y="1257300"/>
                  </a:lnTo>
                  <a:cubicBezTo>
                    <a:pt x="19050" y="1259967"/>
                    <a:pt x="18161" y="1262126"/>
                    <a:pt x="16256" y="1264031"/>
                  </a:cubicBezTo>
                  <a:cubicBezTo>
                    <a:pt x="14351" y="1265936"/>
                    <a:pt x="12192" y="1266825"/>
                    <a:pt x="9525" y="1266825"/>
                  </a:cubicBezTo>
                  <a:cubicBezTo>
                    <a:pt x="6858" y="1266825"/>
                    <a:pt x="4699" y="1265936"/>
                    <a:pt x="2794" y="1264031"/>
                  </a:cubicBezTo>
                  <a:cubicBezTo>
                    <a:pt x="889" y="1262126"/>
                    <a:pt x="0" y="1259967"/>
                    <a:pt x="0" y="1257300"/>
                  </a:cubicBezTo>
                  <a:close/>
                </a:path>
              </a:pathLst>
            </a:custGeom>
            <a:solidFill>
              <a:srgbClr val="B4CCE3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7483475" y="6721475"/>
              <a:ext cx="3409950" cy="1266952"/>
            </a:xfrm>
            <a:custGeom>
              <a:avLst/>
              <a:gdLst/>
              <a:ahLst/>
              <a:cxnLst/>
              <a:rect r="r" b="b" t="t" l="l"/>
              <a:pathLst>
                <a:path h="1266952" w="3409950">
                  <a:moveTo>
                    <a:pt x="0" y="1266825"/>
                  </a:moveTo>
                  <a:lnTo>
                    <a:pt x="0" y="0"/>
                  </a:lnTo>
                  <a:lnTo>
                    <a:pt x="3281299" y="0"/>
                  </a:lnTo>
                  <a:cubicBezTo>
                    <a:pt x="3289681" y="0"/>
                    <a:pt x="3298063" y="762"/>
                    <a:pt x="3306445" y="2413"/>
                  </a:cubicBezTo>
                  <a:cubicBezTo>
                    <a:pt x="3314827" y="4064"/>
                    <a:pt x="3322828" y="6477"/>
                    <a:pt x="3330575" y="9779"/>
                  </a:cubicBezTo>
                  <a:cubicBezTo>
                    <a:pt x="3338322" y="13081"/>
                    <a:pt x="3345815" y="17018"/>
                    <a:pt x="3352800" y="21717"/>
                  </a:cubicBezTo>
                  <a:cubicBezTo>
                    <a:pt x="3359785" y="26416"/>
                    <a:pt x="3366262" y="31750"/>
                    <a:pt x="3372231" y="37719"/>
                  </a:cubicBezTo>
                  <a:cubicBezTo>
                    <a:pt x="3378200" y="43688"/>
                    <a:pt x="3383534" y="50165"/>
                    <a:pt x="3388233" y="57150"/>
                  </a:cubicBezTo>
                  <a:cubicBezTo>
                    <a:pt x="3392932" y="64135"/>
                    <a:pt x="3396869" y="71628"/>
                    <a:pt x="3400171" y="79375"/>
                  </a:cubicBezTo>
                  <a:cubicBezTo>
                    <a:pt x="3403473" y="87122"/>
                    <a:pt x="3405886" y="95250"/>
                    <a:pt x="3407537" y="103505"/>
                  </a:cubicBezTo>
                  <a:cubicBezTo>
                    <a:pt x="3409188" y="111760"/>
                    <a:pt x="3409950" y="120142"/>
                    <a:pt x="3409950" y="128651"/>
                  </a:cubicBezTo>
                  <a:lnTo>
                    <a:pt x="3409950" y="1138301"/>
                  </a:lnTo>
                  <a:cubicBezTo>
                    <a:pt x="3409950" y="1146683"/>
                    <a:pt x="3409188" y="1155065"/>
                    <a:pt x="3407537" y="1163447"/>
                  </a:cubicBezTo>
                  <a:cubicBezTo>
                    <a:pt x="3405886" y="1171829"/>
                    <a:pt x="3403473" y="1179830"/>
                    <a:pt x="3400171" y="1187577"/>
                  </a:cubicBezTo>
                  <a:cubicBezTo>
                    <a:pt x="3396869" y="1195324"/>
                    <a:pt x="3392932" y="1202817"/>
                    <a:pt x="3388233" y="1209802"/>
                  </a:cubicBezTo>
                  <a:cubicBezTo>
                    <a:pt x="3383534" y="1216787"/>
                    <a:pt x="3378200" y="1223264"/>
                    <a:pt x="3372231" y="1229233"/>
                  </a:cubicBezTo>
                  <a:cubicBezTo>
                    <a:pt x="3366262" y="1235202"/>
                    <a:pt x="3359785" y="1240536"/>
                    <a:pt x="3352800" y="1245235"/>
                  </a:cubicBezTo>
                  <a:cubicBezTo>
                    <a:pt x="3345815" y="1249934"/>
                    <a:pt x="3338322" y="1253871"/>
                    <a:pt x="3330575" y="1257173"/>
                  </a:cubicBezTo>
                  <a:cubicBezTo>
                    <a:pt x="3322828" y="1260475"/>
                    <a:pt x="3314700" y="1262888"/>
                    <a:pt x="3306445" y="1264539"/>
                  </a:cubicBezTo>
                  <a:cubicBezTo>
                    <a:pt x="3298190" y="1266190"/>
                    <a:pt x="3289808" y="1266952"/>
                    <a:pt x="3281299" y="1266952"/>
                  </a:cubicBezTo>
                  <a:lnTo>
                    <a:pt x="0" y="1266952"/>
                  </a:lnTo>
                  <a:close/>
                </a:path>
              </a:pathLst>
            </a:custGeom>
            <a:solidFill>
              <a:srgbClr val="CEE6FD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7483475" y="6721475"/>
              <a:ext cx="19050" cy="1266825"/>
            </a:xfrm>
            <a:custGeom>
              <a:avLst/>
              <a:gdLst/>
              <a:ahLst/>
              <a:cxnLst/>
              <a:rect r="r" b="b" t="t" l="l"/>
              <a:pathLst>
                <a:path h="1266825" w="19050">
                  <a:moveTo>
                    <a:pt x="0" y="1257300"/>
                  </a:moveTo>
                  <a:lnTo>
                    <a:pt x="0" y="9525"/>
                  </a:lnTo>
                  <a:cubicBezTo>
                    <a:pt x="0" y="6858"/>
                    <a:pt x="889" y="4699"/>
                    <a:pt x="2794" y="2794"/>
                  </a:cubicBezTo>
                  <a:cubicBezTo>
                    <a:pt x="4699" y="889"/>
                    <a:pt x="6858" y="0"/>
                    <a:pt x="9525" y="0"/>
                  </a:cubicBezTo>
                  <a:cubicBezTo>
                    <a:pt x="12192" y="0"/>
                    <a:pt x="14351" y="889"/>
                    <a:pt x="16256" y="2794"/>
                  </a:cubicBezTo>
                  <a:cubicBezTo>
                    <a:pt x="18161" y="4699"/>
                    <a:pt x="19050" y="6858"/>
                    <a:pt x="19050" y="9525"/>
                  </a:cubicBezTo>
                  <a:lnTo>
                    <a:pt x="19050" y="1257300"/>
                  </a:lnTo>
                  <a:cubicBezTo>
                    <a:pt x="19050" y="1259967"/>
                    <a:pt x="18161" y="1262126"/>
                    <a:pt x="16256" y="1264031"/>
                  </a:cubicBezTo>
                  <a:cubicBezTo>
                    <a:pt x="14351" y="1265936"/>
                    <a:pt x="12192" y="1266825"/>
                    <a:pt x="9525" y="1266825"/>
                  </a:cubicBezTo>
                  <a:cubicBezTo>
                    <a:pt x="6858" y="1266825"/>
                    <a:pt x="4699" y="1265936"/>
                    <a:pt x="2794" y="1264031"/>
                  </a:cubicBezTo>
                  <a:cubicBezTo>
                    <a:pt x="889" y="1262126"/>
                    <a:pt x="0" y="1259967"/>
                    <a:pt x="0" y="1257300"/>
                  </a:cubicBezTo>
                  <a:close/>
                </a:path>
              </a:pathLst>
            </a:custGeom>
            <a:solidFill>
              <a:srgbClr val="B4CCE3"/>
            </a:solid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2876392" y="558462"/>
            <a:ext cx="5838072" cy="7150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61"/>
              </a:lnSpc>
            </a:pPr>
            <a:r>
              <a:rPr lang="en-US" sz="4258">
                <a:solidFill>
                  <a:srgbClr val="091C5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Response Generation using LLM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759623" y="3508780"/>
            <a:ext cx="721207" cy="397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09"/>
              </a:lnSpc>
            </a:pPr>
            <a:r>
              <a:rPr lang="en-US" sz="2220">
                <a:solidFill>
                  <a:srgbClr val="000000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FAQs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759623" y="2267829"/>
            <a:ext cx="1135172" cy="397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09"/>
              </a:lnSpc>
            </a:pPr>
            <a:r>
              <a:rPr lang="en-US" sz="2220" spc="6">
                <a:solidFill>
                  <a:srgbClr val="000000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Memory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759623" y="4737208"/>
            <a:ext cx="1690095" cy="397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09"/>
              </a:lnSpc>
            </a:pPr>
            <a:r>
              <a:rPr lang="en-US" sz="2220">
                <a:solidFill>
                  <a:srgbClr val="000000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Web Results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759623" y="5978159"/>
            <a:ext cx="2363262" cy="3970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09"/>
              </a:lnSpc>
            </a:pPr>
            <a:r>
              <a:rPr lang="en-US" sz="2220">
                <a:solidFill>
                  <a:srgbClr val="000000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Gemini Response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3086480" y="8792138"/>
            <a:ext cx="3152572" cy="7876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7"/>
              </a:lnSpc>
            </a:pPr>
            <a:r>
              <a:rPr lang="en-US" sz="2021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Highest priority — user-specific context first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264885" y="8830238"/>
            <a:ext cx="3333557" cy="3368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0"/>
              </a:lnSpc>
            </a:pPr>
            <a:r>
              <a:rPr lang="en-US" sz="2021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Structured knowledge base as fallback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1443290" y="8792138"/>
            <a:ext cx="3865935" cy="7876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7"/>
              </a:lnSpc>
            </a:pPr>
            <a:r>
              <a:rPr lang="en-US" sz="2021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Real-time data when other sources are insufficient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876392" y="7216483"/>
            <a:ext cx="12690295" cy="7876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7"/>
              </a:lnSpc>
            </a:pPr>
            <a:r>
              <a:rPr lang="en-US" sz="2021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The Gemini model combines memory, FAQs, and web results following a priority logic: Memory &gt; FAQs &gt; Web, ensuring the most personalized and relevant answer is always delivered first.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3086480" y="8346406"/>
            <a:ext cx="931898" cy="4261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81"/>
              </a:lnSpc>
            </a:pPr>
            <a:r>
              <a:rPr lang="en-US" sz="2557" spc="7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Memory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7264885" y="8346406"/>
            <a:ext cx="556464" cy="4261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81"/>
              </a:lnSpc>
            </a:pPr>
            <a:r>
              <a:rPr lang="en-US" sz="2557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FAQs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1443290" y="8346406"/>
            <a:ext cx="470630" cy="4261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81"/>
              </a:lnSpc>
            </a:pPr>
            <a:r>
              <a:rPr lang="en-US" sz="2557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Web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856007" y="6265369"/>
            <a:ext cx="917950" cy="844772"/>
            <a:chOff x="0" y="0"/>
            <a:chExt cx="574599" cy="52879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252223" y="63366"/>
              <a:ext cx="69013" cy="84970"/>
            </a:xfrm>
            <a:custGeom>
              <a:avLst/>
              <a:gdLst/>
              <a:ahLst/>
              <a:cxnLst/>
              <a:rect r="r" b="b" t="t" l="l"/>
              <a:pathLst>
                <a:path h="84970" w="69013">
                  <a:moveTo>
                    <a:pt x="50292" y="34297"/>
                  </a:moveTo>
                  <a:cubicBezTo>
                    <a:pt x="49276" y="28836"/>
                    <a:pt x="47752" y="25788"/>
                    <a:pt x="47117" y="24899"/>
                  </a:cubicBezTo>
                  <a:lnTo>
                    <a:pt x="55118" y="19819"/>
                  </a:lnTo>
                  <a:lnTo>
                    <a:pt x="48006" y="26042"/>
                  </a:lnTo>
                  <a:cubicBezTo>
                    <a:pt x="45085" y="22740"/>
                    <a:pt x="43815" y="21724"/>
                    <a:pt x="42545" y="20962"/>
                  </a:cubicBezTo>
                  <a:lnTo>
                    <a:pt x="47879" y="13088"/>
                  </a:lnTo>
                  <a:lnTo>
                    <a:pt x="43688" y="21597"/>
                  </a:lnTo>
                  <a:cubicBezTo>
                    <a:pt x="40894" y="20327"/>
                    <a:pt x="36322" y="19057"/>
                    <a:pt x="30353" y="19057"/>
                  </a:cubicBezTo>
                  <a:lnTo>
                    <a:pt x="30226" y="9532"/>
                  </a:lnTo>
                  <a:lnTo>
                    <a:pt x="32385" y="18803"/>
                  </a:lnTo>
                  <a:cubicBezTo>
                    <a:pt x="30734" y="19184"/>
                    <a:pt x="27940" y="20200"/>
                    <a:pt x="24765" y="22105"/>
                  </a:cubicBezTo>
                  <a:lnTo>
                    <a:pt x="19812" y="13977"/>
                  </a:lnTo>
                  <a:lnTo>
                    <a:pt x="25781" y="21343"/>
                  </a:lnTo>
                  <a:cubicBezTo>
                    <a:pt x="24511" y="22359"/>
                    <a:pt x="21590" y="25534"/>
                    <a:pt x="20828" y="26804"/>
                  </a:cubicBezTo>
                  <a:lnTo>
                    <a:pt x="12827" y="21597"/>
                  </a:lnTo>
                  <a:lnTo>
                    <a:pt x="21463" y="25661"/>
                  </a:lnTo>
                  <a:cubicBezTo>
                    <a:pt x="20320" y="28074"/>
                    <a:pt x="19304" y="31249"/>
                    <a:pt x="19050" y="38488"/>
                  </a:cubicBezTo>
                  <a:lnTo>
                    <a:pt x="9525" y="37980"/>
                  </a:lnTo>
                  <a:lnTo>
                    <a:pt x="19050" y="37980"/>
                  </a:lnTo>
                  <a:lnTo>
                    <a:pt x="19050" y="75445"/>
                  </a:lnTo>
                  <a:cubicBezTo>
                    <a:pt x="19050" y="80652"/>
                    <a:pt x="14732" y="84970"/>
                    <a:pt x="9525" y="84970"/>
                  </a:cubicBezTo>
                  <a:cubicBezTo>
                    <a:pt x="4318" y="84970"/>
                    <a:pt x="0" y="80652"/>
                    <a:pt x="0" y="75445"/>
                  </a:cubicBezTo>
                  <a:lnTo>
                    <a:pt x="0" y="37980"/>
                  </a:lnTo>
                  <a:cubicBezTo>
                    <a:pt x="0" y="37853"/>
                    <a:pt x="0" y="37726"/>
                    <a:pt x="0" y="37599"/>
                  </a:cubicBezTo>
                  <a:cubicBezTo>
                    <a:pt x="381" y="28963"/>
                    <a:pt x="1651" y="22994"/>
                    <a:pt x="4191" y="17660"/>
                  </a:cubicBezTo>
                  <a:cubicBezTo>
                    <a:pt x="4318" y="17279"/>
                    <a:pt x="4572" y="16898"/>
                    <a:pt x="4826" y="16517"/>
                  </a:cubicBezTo>
                  <a:cubicBezTo>
                    <a:pt x="6731" y="13596"/>
                    <a:pt x="10922" y="8897"/>
                    <a:pt x="13716" y="6611"/>
                  </a:cubicBezTo>
                  <a:cubicBezTo>
                    <a:pt x="14097" y="6357"/>
                    <a:pt x="14478" y="6103"/>
                    <a:pt x="14859" y="5849"/>
                  </a:cubicBezTo>
                  <a:cubicBezTo>
                    <a:pt x="19685" y="2928"/>
                    <a:pt x="24257" y="1150"/>
                    <a:pt x="28067" y="261"/>
                  </a:cubicBezTo>
                  <a:cubicBezTo>
                    <a:pt x="28702" y="134"/>
                    <a:pt x="29337" y="7"/>
                    <a:pt x="30099" y="7"/>
                  </a:cubicBezTo>
                  <a:cubicBezTo>
                    <a:pt x="38481" y="-120"/>
                    <a:pt x="46228" y="1531"/>
                    <a:pt x="51943" y="4325"/>
                  </a:cubicBezTo>
                  <a:cubicBezTo>
                    <a:pt x="52324" y="4452"/>
                    <a:pt x="52705" y="4706"/>
                    <a:pt x="53086" y="4960"/>
                  </a:cubicBezTo>
                  <a:cubicBezTo>
                    <a:pt x="56007" y="6865"/>
                    <a:pt x="58547" y="9151"/>
                    <a:pt x="62230" y="13342"/>
                  </a:cubicBezTo>
                  <a:cubicBezTo>
                    <a:pt x="62611" y="13723"/>
                    <a:pt x="62865" y="14104"/>
                    <a:pt x="63119" y="14485"/>
                  </a:cubicBezTo>
                  <a:cubicBezTo>
                    <a:pt x="65151" y="17787"/>
                    <a:pt x="67437" y="23248"/>
                    <a:pt x="68834" y="30487"/>
                  </a:cubicBezTo>
                  <a:cubicBezTo>
                    <a:pt x="69850" y="35694"/>
                    <a:pt x="66421" y="40647"/>
                    <a:pt x="61341" y="41536"/>
                  </a:cubicBezTo>
                  <a:cubicBezTo>
                    <a:pt x="56261" y="42425"/>
                    <a:pt x="51181" y="39123"/>
                    <a:pt x="50292" y="34043"/>
                  </a:cubicBezTo>
                  <a:close/>
                </a:path>
              </a:pathLst>
            </a:custGeom>
            <a:solidFill>
              <a:srgbClr val="84C1FA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351385" y="275438"/>
              <a:ext cx="159690" cy="84354"/>
            </a:xfrm>
            <a:custGeom>
              <a:avLst/>
              <a:gdLst/>
              <a:ahLst/>
              <a:cxnLst/>
              <a:rect r="r" b="b" t="t" l="l"/>
              <a:pathLst>
                <a:path h="84354" w="159690">
                  <a:moveTo>
                    <a:pt x="159665" y="10058"/>
                  </a:moveTo>
                  <a:cubicBezTo>
                    <a:pt x="159284" y="15011"/>
                    <a:pt x="158522" y="19964"/>
                    <a:pt x="157252" y="24790"/>
                  </a:cubicBezTo>
                  <a:cubicBezTo>
                    <a:pt x="155982" y="29616"/>
                    <a:pt x="154204" y="34315"/>
                    <a:pt x="152045" y="38887"/>
                  </a:cubicBezTo>
                  <a:cubicBezTo>
                    <a:pt x="149886" y="43459"/>
                    <a:pt x="147346" y="47650"/>
                    <a:pt x="144298" y="51714"/>
                  </a:cubicBezTo>
                  <a:cubicBezTo>
                    <a:pt x="141377" y="55778"/>
                    <a:pt x="137948" y="59461"/>
                    <a:pt x="134265" y="62890"/>
                  </a:cubicBezTo>
                  <a:cubicBezTo>
                    <a:pt x="130582" y="66319"/>
                    <a:pt x="126645" y="69367"/>
                    <a:pt x="122454" y="72034"/>
                  </a:cubicBezTo>
                  <a:lnTo>
                    <a:pt x="117373" y="64033"/>
                  </a:lnTo>
                  <a:lnTo>
                    <a:pt x="122454" y="72034"/>
                  </a:lnTo>
                  <a:cubicBezTo>
                    <a:pt x="118136" y="74701"/>
                    <a:pt x="113691" y="76987"/>
                    <a:pt x="109119" y="78765"/>
                  </a:cubicBezTo>
                  <a:cubicBezTo>
                    <a:pt x="104419" y="80543"/>
                    <a:pt x="99720" y="81940"/>
                    <a:pt x="94767" y="82956"/>
                  </a:cubicBezTo>
                  <a:cubicBezTo>
                    <a:pt x="89814" y="83845"/>
                    <a:pt x="84861" y="84353"/>
                    <a:pt x="79908" y="84353"/>
                  </a:cubicBezTo>
                  <a:lnTo>
                    <a:pt x="79908" y="74828"/>
                  </a:lnTo>
                  <a:lnTo>
                    <a:pt x="79908" y="84353"/>
                  </a:lnTo>
                  <a:cubicBezTo>
                    <a:pt x="74828" y="84353"/>
                    <a:pt x="69875" y="83845"/>
                    <a:pt x="65049" y="82956"/>
                  </a:cubicBezTo>
                  <a:cubicBezTo>
                    <a:pt x="60096" y="82067"/>
                    <a:pt x="55270" y="80670"/>
                    <a:pt x="50698" y="78765"/>
                  </a:cubicBezTo>
                  <a:lnTo>
                    <a:pt x="54127" y="70002"/>
                  </a:lnTo>
                  <a:lnTo>
                    <a:pt x="50698" y="78892"/>
                  </a:lnTo>
                  <a:cubicBezTo>
                    <a:pt x="45999" y="77114"/>
                    <a:pt x="41554" y="74828"/>
                    <a:pt x="37363" y="72161"/>
                  </a:cubicBezTo>
                  <a:lnTo>
                    <a:pt x="42443" y="64160"/>
                  </a:lnTo>
                  <a:lnTo>
                    <a:pt x="37363" y="72161"/>
                  </a:lnTo>
                  <a:cubicBezTo>
                    <a:pt x="33172" y="69494"/>
                    <a:pt x="29108" y="66446"/>
                    <a:pt x="25425" y="63017"/>
                  </a:cubicBezTo>
                  <a:lnTo>
                    <a:pt x="31902" y="56032"/>
                  </a:lnTo>
                  <a:lnTo>
                    <a:pt x="25425" y="63017"/>
                  </a:lnTo>
                  <a:cubicBezTo>
                    <a:pt x="21742" y="59588"/>
                    <a:pt x="18440" y="55905"/>
                    <a:pt x="15392" y="51841"/>
                  </a:cubicBezTo>
                  <a:lnTo>
                    <a:pt x="23012" y="46253"/>
                  </a:lnTo>
                  <a:lnTo>
                    <a:pt x="15392" y="51841"/>
                  </a:lnTo>
                  <a:cubicBezTo>
                    <a:pt x="12471" y="47777"/>
                    <a:pt x="9804" y="43459"/>
                    <a:pt x="7645" y="39014"/>
                  </a:cubicBezTo>
                  <a:lnTo>
                    <a:pt x="16154" y="34950"/>
                  </a:lnTo>
                  <a:lnTo>
                    <a:pt x="7645" y="39014"/>
                  </a:lnTo>
                  <a:cubicBezTo>
                    <a:pt x="5486" y="34442"/>
                    <a:pt x="3708" y="29870"/>
                    <a:pt x="2438" y="24917"/>
                  </a:cubicBezTo>
                  <a:cubicBezTo>
                    <a:pt x="1168" y="20091"/>
                    <a:pt x="279" y="15138"/>
                    <a:pt x="25" y="10185"/>
                  </a:cubicBezTo>
                  <a:cubicBezTo>
                    <a:pt x="-356" y="4978"/>
                    <a:pt x="3581" y="406"/>
                    <a:pt x="8788" y="25"/>
                  </a:cubicBezTo>
                  <a:cubicBezTo>
                    <a:pt x="13995" y="-356"/>
                    <a:pt x="18567" y="3581"/>
                    <a:pt x="18948" y="8788"/>
                  </a:cubicBezTo>
                  <a:cubicBezTo>
                    <a:pt x="19202" y="12598"/>
                    <a:pt x="19837" y="16408"/>
                    <a:pt x="20853" y="20091"/>
                  </a:cubicBezTo>
                  <a:lnTo>
                    <a:pt x="11709" y="22504"/>
                  </a:lnTo>
                  <a:lnTo>
                    <a:pt x="20853" y="20091"/>
                  </a:lnTo>
                  <a:cubicBezTo>
                    <a:pt x="21869" y="23774"/>
                    <a:pt x="23139" y="27330"/>
                    <a:pt x="24790" y="30759"/>
                  </a:cubicBezTo>
                  <a:cubicBezTo>
                    <a:pt x="26441" y="34188"/>
                    <a:pt x="28346" y="37490"/>
                    <a:pt x="30632" y="40538"/>
                  </a:cubicBezTo>
                  <a:cubicBezTo>
                    <a:pt x="32918" y="43586"/>
                    <a:pt x="35458" y="46507"/>
                    <a:pt x="38252" y="49047"/>
                  </a:cubicBezTo>
                  <a:cubicBezTo>
                    <a:pt x="41046" y="51714"/>
                    <a:pt x="44094" y="54000"/>
                    <a:pt x="47269" y="56032"/>
                  </a:cubicBezTo>
                  <a:cubicBezTo>
                    <a:pt x="50571" y="58064"/>
                    <a:pt x="53873" y="59842"/>
                    <a:pt x="57429" y="61239"/>
                  </a:cubicBezTo>
                  <a:cubicBezTo>
                    <a:pt x="60985" y="62636"/>
                    <a:pt x="64668" y="63652"/>
                    <a:pt x="68351" y="64414"/>
                  </a:cubicBezTo>
                  <a:lnTo>
                    <a:pt x="66573" y="73685"/>
                  </a:lnTo>
                  <a:lnTo>
                    <a:pt x="68351" y="64414"/>
                  </a:lnTo>
                  <a:cubicBezTo>
                    <a:pt x="72161" y="65176"/>
                    <a:pt x="75971" y="65430"/>
                    <a:pt x="79781" y="65430"/>
                  </a:cubicBezTo>
                  <a:cubicBezTo>
                    <a:pt x="83591" y="65430"/>
                    <a:pt x="87401" y="65049"/>
                    <a:pt x="91211" y="64414"/>
                  </a:cubicBezTo>
                  <a:lnTo>
                    <a:pt x="92989" y="73685"/>
                  </a:lnTo>
                  <a:lnTo>
                    <a:pt x="91211" y="64414"/>
                  </a:lnTo>
                  <a:cubicBezTo>
                    <a:pt x="95021" y="63652"/>
                    <a:pt x="98577" y="62636"/>
                    <a:pt x="102260" y="61239"/>
                  </a:cubicBezTo>
                  <a:lnTo>
                    <a:pt x="105689" y="70129"/>
                  </a:lnTo>
                  <a:lnTo>
                    <a:pt x="102260" y="61366"/>
                  </a:lnTo>
                  <a:cubicBezTo>
                    <a:pt x="105816" y="59969"/>
                    <a:pt x="109246" y="58191"/>
                    <a:pt x="112421" y="56159"/>
                  </a:cubicBezTo>
                  <a:cubicBezTo>
                    <a:pt x="115723" y="54127"/>
                    <a:pt x="118644" y="51841"/>
                    <a:pt x="121438" y="49174"/>
                  </a:cubicBezTo>
                  <a:lnTo>
                    <a:pt x="127915" y="56159"/>
                  </a:lnTo>
                  <a:lnTo>
                    <a:pt x="121438" y="49174"/>
                  </a:lnTo>
                  <a:cubicBezTo>
                    <a:pt x="124232" y="46507"/>
                    <a:pt x="126772" y="43713"/>
                    <a:pt x="129058" y="40665"/>
                  </a:cubicBezTo>
                  <a:lnTo>
                    <a:pt x="136678" y="46253"/>
                  </a:lnTo>
                  <a:lnTo>
                    <a:pt x="129058" y="40665"/>
                  </a:lnTo>
                  <a:cubicBezTo>
                    <a:pt x="131344" y="37617"/>
                    <a:pt x="133249" y="34315"/>
                    <a:pt x="134900" y="30886"/>
                  </a:cubicBezTo>
                  <a:lnTo>
                    <a:pt x="143409" y="34950"/>
                  </a:lnTo>
                  <a:lnTo>
                    <a:pt x="134900" y="30886"/>
                  </a:lnTo>
                  <a:cubicBezTo>
                    <a:pt x="136551" y="27457"/>
                    <a:pt x="137821" y="23901"/>
                    <a:pt x="138837" y="20091"/>
                  </a:cubicBezTo>
                  <a:lnTo>
                    <a:pt x="147981" y="22504"/>
                  </a:lnTo>
                  <a:lnTo>
                    <a:pt x="138837" y="20091"/>
                  </a:lnTo>
                  <a:cubicBezTo>
                    <a:pt x="139853" y="16408"/>
                    <a:pt x="140488" y="12598"/>
                    <a:pt x="140742" y="8788"/>
                  </a:cubicBezTo>
                  <a:cubicBezTo>
                    <a:pt x="141123" y="3581"/>
                    <a:pt x="145695" y="-356"/>
                    <a:pt x="150902" y="25"/>
                  </a:cubicBezTo>
                  <a:cubicBezTo>
                    <a:pt x="156109" y="406"/>
                    <a:pt x="160046" y="4978"/>
                    <a:pt x="159665" y="10185"/>
                  </a:cubicBezTo>
                  <a:close/>
                </a:path>
              </a:pathLst>
            </a:custGeom>
            <a:solidFill>
              <a:srgbClr val="84C1FA"/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351918" y="275209"/>
              <a:ext cx="158878" cy="19050"/>
            </a:xfrm>
            <a:custGeom>
              <a:avLst/>
              <a:gdLst/>
              <a:ahLst/>
              <a:cxnLst/>
              <a:rect r="r" b="b" t="t" l="l"/>
              <a:pathLst>
                <a:path h="19050" w="158878">
                  <a:moveTo>
                    <a:pt x="149353" y="19050"/>
                  </a:moveTo>
                  <a:lnTo>
                    <a:pt x="9525" y="19050"/>
                  </a:lnTo>
                  <a:cubicBezTo>
                    <a:pt x="4318" y="19050"/>
                    <a:pt x="0" y="14859"/>
                    <a:pt x="0" y="9525"/>
                  </a:cubicBezTo>
                  <a:cubicBezTo>
                    <a:pt x="0" y="4191"/>
                    <a:pt x="4191" y="0"/>
                    <a:pt x="9525" y="0"/>
                  </a:cubicBezTo>
                  <a:lnTo>
                    <a:pt x="149353" y="0"/>
                  </a:lnTo>
                  <a:cubicBezTo>
                    <a:pt x="154560" y="0"/>
                    <a:pt x="158878" y="4191"/>
                    <a:pt x="158878" y="9525"/>
                  </a:cubicBezTo>
                  <a:cubicBezTo>
                    <a:pt x="158878" y="14859"/>
                    <a:pt x="154687" y="19050"/>
                    <a:pt x="149353" y="19050"/>
                  </a:cubicBezTo>
                  <a:close/>
                </a:path>
              </a:pathLst>
            </a:custGeom>
            <a:solidFill>
              <a:srgbClr val="84C1FA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63729" y="275057"/>
              <a:ext cx="159792" cy="84481"/>
            </a:xfrm>
            <a:custGeom>
              <a:avLst/>
              <a:gdLst/>
              <a:ahLst/>
              <a:cxnLst/>
              <a:rect r="r" b="b" t="t" l="l"/>
              <a:pathLst>
                <a:path h="84481" w="159792">
                  <a:moveTo>
                    <a:pt x="159792" y="10312"/>
                  </a:moveTo>
                  <a:cubicBezTo>
                    <a:pt x="159411" y="15265"/>
                    <a:pt x="158649" y="20218"/>
                    <a:pt x="157379" y="25044"/>
                  </a:cubicBezTo>
                  <a:cubicBezTo>
                    <a:pt x="156109" y="29870"/>
                    <a:pt x="154331" y="34569"/>
                    <a:pt x="152172" y="39141"/>
                  </a:cubicBezTo>
                  <a:lnTo>
                    <a:pt x="143663" y="35077"/>
                  </a:lnTo>
                  <a:lnTo>
                    <a:pt x="152172" y="39141"/>
                  </a:lnTo>
                  <a:cubicBezTo>
                    <a:pt x="150013" y="43713"/>
                    <a:pt x="147473" y="48031"/>
                    <a:pt x="144425" y="51968"/>
                  </a:cubicBezTo>
                  <a:cubicBezTo>
                    <a:pt x="141504" y="56032"/>
                    <a:pt x="138075" y="59715"/>
                    <a:pt x="134519" y="63144"/>
                  </a:cubicBezTo>
                  <a:cubicBezTo>
                    <a:pt x="130836" y="66573"/>
                    <a:pt x="126899" y="69621"/>
                    <a:pt x="122708" y="72288"/>
                  </a:cubicBezTo>
                  <a:lnTo>
                    <a:pt x="117628" y="64287"/>
                  </a:lnTo>
                  <a:lnTo>
                    <a:pt x="122708" y="72288"/>
                  </a:lnTo>
                  <a:cubicBezTo>
                    <a:pt x="118517" y="74955"/>
                    <a:pt x="113945" y="77241"/>
                    <a:pt x="109373" y="79019"/>
                  </a:cubicBezTo>
                  <a:lnTo>
                    <a:pt x="105944" y="70129"/>
                  </a:lnTo>
                  <a:lnTo>
                    <a:pt x="109373" y="78892"/>
                  </a:lnTo>
                  <a:cubicBezTo>
                    <a:pt x="104674" y="80670"/>
                    <a:pt x="99975" y="82194"/>
                    <a:pt x="95022" y="83083"/>
                  </a:cubicBezTo>
                  <a:lnTo>
                    <a:pt x="93244" y="73812"/>
                  </a:lnTo>
                  <a:lnTo>
                    <a:pt x="95022" y="83083"/>
                  </a:lnTo>
                  <a:cubicBezTo>
                    <a:pt x="90069" y="83972"/>
                    <a:pt x="85115" y="84480"/>
                    <a:pt x="80162" y="84480"/>
                  </a:cubicBezTo>
                  <a:lnTo>
                    <a:pt x="80162" y="74955"/>
                  </a:lnTo>
                  <a:lnTo>
                    <a:pt x="80162" y="84480"/>
                  </a:lnTo>
                  <a:cubicBezTo>
                    <a:pt x="75082" y="84480"/>
                    <a:pt x="70129" y="83972"/>
                    <a:pt x="65176" y="83083"/>
                  </a:cubicBezTo>
                  <a:lnTo>
                    <a:pt x="66954" y="73812"/>
                  </a:lnTo>
                  <a:lnTo>
                    <a:pt x="65176" y="83083"/>
                  </a:lnTo>
                  <a:cubicBezTo>
                    <a:pt x="60223" y="82194"/>
                    <a:pt x="55397" y="80797"/>
                    <a:pt x="50825" y="78892"/>
                  </a:cubicBezTo>
                  <a:lnTo>
                    <a:pt x="54254" y="70002"/>
                  </a:lnTo>
                  <a:lnTo>
                    <a:pt x="50825" y="78892"/>
                  </a:lnTo>
                  <a:cubicBezTo>
                    <a:pt x="46126" y="77114"/>
                    <a:pt x="41681" y="74828"/>
                    <a:pt x="37490" y="72161"/>
                  </a:cubicBezTo>
                  <a:cubicBezTo>
                    <a:pt x="33299" y="69494"/>
                    <a:pt x="29235" y="66446"/>
                    <a:pt x="25552" y="63017"/>
                  </a:cubicBezTo>
                  <a:cubicBezTo>
                    <a:pt x="21869" y="59588"/>
                    <a:pt x="18567" y="55905"/>
                    <a:pt x="15519" y="51841"/>
                  </a:cubicBezTo>
                  <a:cubicBezTo>
                    <a:pt x="12598" y="47777"/>
                    <a:pt x="9931" y="43459"/>
                    <a:pt x="7772" y="39014"/>
                  </a:cubicBezTo>
                  <a:cubicBezTo>
                    <a:pt x="5613" y="34442"/>
                    <a:pt x="3835" y="29870"/>
                    <a:pt x="2565" y="24917"/>
                  </a:cubicBezTo>
                  <a:lnTo>
                    <a:pt x="11709" y="22504"/>
                  </a:lnTo>
                  <a:lnTo>
                    <a:pt x="2565" y="24917"/>
                  </a:lnTo>
                  <a:cubicBezTo>
                    <a:pt x="1295" y="20091"/>
                    <a:pt x="406" y="15138"/>
                    <a:pt x="25" y="10185"/>
                  </a:cubicBezTo>
                  <a:cubicBezTo>
                    <a:pt x="-356" y="4978"/>
                    <a:pt x="3581" y="406"/>
                    <a:pt x="8788" y="25"/>
                  </a:cubicBezTo>
                  <a:cubicBezTo>
                    <a:pt x="13995" y="-356"/>
                    <a:pt x="18567" y="3581"/>
                    <a:pt x="18948" y="8788"/>
                  </a:cubicBezTo>
                  <a:cubicBezTo>
                    <a:pt x="19202" y="12598"/>
                    <a:pt x="19837" y="16408"/>
                    <a:pt x="20853" y="20091"/>
                  </a:cubicBezTo>
                  <a:cubicBezTo>
                    <a:pt x="21869" y="23774"/>
                    <a:pt x="23139" y="27330"/>
                    <a:pt x="24790" y="30759"/>
                  </a:cubicBezTo>
                  <a:lnTo>
                    <a:pt x="16281" y="34823"/>
                  </a:lnTo>
                  <a:lnTo>
                    <a:pt x="24790" y="30759"/>
                  </a:lnTo>
                  <a:cubicBezTo>
                    <a:pt x="26441" y="34188"/>
                    <a:pt x="28473" y="37490"/>
                    <a:pt x="30632" y="40538"/>
                  </a:cubicBezTo>
                  <a:lnTo>
                    <a:pt x="23012" y="46126"/>
                  </a:lnTo>
                  <a:lnTo>
                    <a:pt x="30632" y="40538"/>
                  </a:lnTo>
                  <a:cubicBezTo>
                    <a:pt x="32918" y="43586"/>
                    <a:pt x="35458" y="46507"/>
                    <a:pt x="38252" y="49047"/>
                  </a:cubicBezTo>
                  <a:lnTo>
                    <a:pt x="31775" y="56032"/>
                  </a:lnTo>
                  <a:lnTo>
                    <a:pt x="38252" y="49047"/>
                  </a:lnTo>
                  <a:cubicBezTo>
                    <a:pt x="41046" y="51714"/>
                    <a:pt x="44094" y="54000"/>
                    <a:pt x="47269" y="56032"/>
                  </a:cubicBezTo>
                  <a:lnTo>
                    <a:pt x="42189" y="64033"/>
                  </a:lnTo>
                  <a:lnTo>
                    <a:pt x="47269" y="56032"/>
                  </a:lnTo>
                  <a:cubicBezTo>
                    <a:pt x="50571" y="58064"/>
                    <a:pt x="53873" y="59842"/>
                    <a:pt x="57429" y="61239"/>
                  </a:cubicBezTo>
                  <a:cubicBezTo>
                    <a:pt x="60985" y="62636"/>
                    <a:pt x="64668" y="63652"/>
                    <a:pt x="68351" y="64414"/>
                  </a:cubicBezTo>
                  <a:cubicBezTo>
                    <a:pt x="72161" y="65176"/>
                    <a:pt x="75844" y="65430"/>
                    <a:pt x="79654" y="65430"/>
                  </a:cubicBezTo>
                  <a:cubicBezTo>
                    <a:pt x="83464" y="65430"/>
                    <a:pt x="87274" y="65049"/>
                    <a:pt x="91085" y="64414"/>
                  </a:cubicBezTo>
                  <a:cubicBezTo>
                    <a:pt x="94895" y="63652"/>
                    <a:pt x="98451" y="62636"/>
                    <a:pt x="102007" y="61239"/>
                  </a:cubicBezTo>
                  <a:cubicBezTo>
                    <a:pt x="105563" y="59842"/>
                    <a:pt x="108992" y="58064"/>
                    <a:pt x="112167" y="56032"/>
                  </a:cubicBezTo>
                  <a:cubicBezTo>
                    <a:pt x="115342" y="54000"/>
                    <a:pt x="118390" y="51714"/>
                    <a:pt x="121184" y="49047"/>
                  </a:cubicBezTo>
                  <a:lnTo>
                    <a:pt x="127661" y="56032"/>
                  </a:lnTo>
                  <a:lnTo>
                    <a:pt x="121184" y="49047"/>
                  </a:lnTo>
                  <a:cubicBezTo>
                    <a:pt x="123978" y="46380"/>
                    <a:pt x="126518" y="43586"/>
                    <a:pt x="128804" y="40538"/>
                  </a:cubicBezTo>
                  <a:lnTo>
                    <a:pt x="136424" y="46126"/>
                  </a:lnTo>
                  <a:lnTo>
                    <a:pt x="128804" y="40538"/>
                  </a:lnTo>
                  <a:cubicBezTo>
                    <a:pt x="131090" y="37490"/>
                    <a:pt x="132995" y="34188"/>
                    <a:pt x="134646" y="30759"/>
                  </a:cubicBezTo>
                  <a:cubicBezTo>
                    <a:pt x="136297" y="27330"/>
                    <a:pt x="137567" y="23774"/>
                    <a:pt x="138583" y="20091"/>
                  </a:cubicBezTo>
                  <a:lnTo>
                    <a:pt x="147727" y="22504"/>
                  </a:lnTo>
                  <a:lnTo>
                    <a:pt x="138583" y="20091"/>
                  </a:lnTo>
                  <a:cubicBezTo>
                    <a:pt x="139599" y="16408"/>
                    <a:pt x="140234" y="12598"/>
                    <a:pt x="140488" y="8788"/>
                  </a:cubicBezTo>
                  <a:cubicBezTo>
                    <a:pt x="140869" y="3581"/>
                    <a:pt x="145441" y="-356"/>
                    <a:pt x="150648" y="25"/>
                  </a:cubicBezTo>
                  <a:cubicBezTo>
                    <a:pt x="155855" y="406"/>
                    <a:pt x="159792" y="4978"/>
                    <a:pt x="159411" y="10185"/>
                  </a:cubicBezTo>
                  <a:close/>
                </a:path>
              </a:pathLst>
            </a:custGeom>
            <a:solidFill>
              <a:srgbClr val="84C1FA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63754" y="275082"/>
              <a:ext cx="160021" cy="19177"/>
            </a:xfrm>
            <a:custGeom>
              <a:avLst/>
              <a:gdLst/>
              <a:ahLst/>
              <a:cxnLst/>
              <a:rect r="r" b="b" t="t" l="l"/>
              <a:pathLst>
                <a:path h="19177" w="160021">
                  <a:moveTo>
                    <a:pt x="150496" y="19050"/>
                  </a:moveTo>
                  <a:lnTo>
                    <a:pt x="9525" y="19177"/>
                  </a:lnTo>
                  <a:cubicBezTo>
                    <a:pt x="4318" y="19177"/>
                    <a:pt x="0" y="14986"/>
                    <a:pt x="0" y="9652"/>
                  </a:cubicBezTo>
                  <a:cubicBezTo>
                    <a:pt x="0" y="4318"/>
                    <a:pt x="4191" y="127"/>
                    <a:pt x="9525" y="127"/>
                  </a:cubicBezTo>
                  <a:lnTo>
                    <a:pt x="150496" y="0"/>
                  </a:lnTo>
                  <a:cubicBezTo>
                    <a:pt x="155703" y="0"/>
                    <a:pt x="160021" y="4191"/>
                    <a:pt x="160021" y="9525"/>
                  </a:cubicBezTo>
                  <a:cubicBezTo>
                    <a:pt x="160021" y="14859"/>
                    <a:pt x="155830" y="19050"/>
                    <a:pt x="150496" y="19050"/>
                  </a:cubicBezTo>
                  <a:close/>
                </a:path>
              </a:pathLst>
            </a:custGeom>
            <a:solidFill>
              <a:srgbClr val="84C1FA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421184" y="133654"/>
              <a:ext cx="89562" cy="160681"/>
            </a:xfrm>
            <a:custGeom>
              <a:avLst/>
              <a:gdLst/>
              <a:ahLst/>
              <a:cxnLst/>
              <a:rect r="r" b="b" t="t" l="l"/>
              <a:pathLst>
                <a:path h="160681" w="89562">
                  <a:moveTo>
                    <a:pt x="71578" y="155398"/>
                  </a:moveTo>
                  <a:lnTo>
                    <a:pt x="965" y="13666"/>
                  </a:lnTo>
                  <a:cubicBezTo>
                    <a:pt x="-1321" y="8967"/>
                    <a:pt x="584" y="3252"/>
                    <a:pt x="5283" y="966"/>
                  </a:cubicBezTo>
                  <a:cubicBezTo>
                    <a:pt x="9982" y="-1320"/>
                    <a:pt x="15697" y="585"/>
                    <a:pt x="17983" y="5284"/>
                  </a:cubicBezTo>
                  <a:lnTo>
                    <a:pt x="88596" y="147016"/>
                  </a:lnTo>
                  <a:cubicBezTo>
                    <a:pt x="90882" y="151715"/>
                    <a:pt x="88977" y="157430"/>
                    <a:pt x="84278" y="159716"/>
                  </a:cubicBezTo>
                  <a:cubicBezTo>
                    <a:pt x="79579" y="162002"/>
                    <a:pt x="73864" y="160097"/>
                    <a:pt x="71578" y="155398"/>
                  </a:cubicBezTo>
                  <a:close/>
                </a:path>
              </a:pathLst>
            </a:custGeom>
            <a:solidFill>
              <a:srgbClr val="84C1FA"/>
            </a:solid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351760" y="133573"/>
              <a:ext cx="88455" cy="157162"/>
            </a:xfrm>
            <a:custGeom>
              <a:avLst/>
              <a:gdLst/>
              <a:ahLst/>
              <a:cxnLst/>
              <a:rect r="r" b="b" t="t" l="l"/>
              <a:pathLst>
                <a:path h="157162" w="88455">
                  <a:moveTo>
                    <a:pt x="87280" y="13747"/>
                  </a:moveTo>
                  <a:lnTo>
                    <a:pt x="17938" y="151923"/>
                  </a:lnTo>
                  <a:cubicBezTo>
                    <a:pt x="15525" y="156622"/>
                    <a:pt x="9937" y="158527"/>
                    <a:pt x="5238" y="156114"/>
                  </a:cubicBezTo>
                  <a:cubicBezTo>
                    <a:pt x="539" y="153701"/>
                    <a:pt x="-1366" y="148113"/>
                    <a:pt x="1047" y="143414"/>
                  </a:cubicBezTo>
                  <a:lnTo>
                    <a:pt x="70516" y="5238"/>
                  </a:lnTo>
                  <a:cubicBezTo>
                    <a:pt x="72929" y="539"/>
                    <a:pt x="78517" y="-1366"/>
                    <a:pt x="83216" y="1047"/>
                  </a:cubicBezTo>
                  <a:cubicBezTo>
                    <a:pt x="87915" y="3460"/>
                    <a:pt x="89820" y="9048"/>
                    <a:pt x="87407" y="13747"/>
                  </a:cubicBezTo>
                  <a:close/>
                </a:path>
              </a:pathLst>
            </a:custGeom>
            <a:solidFill>
              <a:srgbClr val="84C1FA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133756" y="133629"/>
              <a:ext cx="89867" cy="160479"/>
            </a:xfrm>
            <a:custGeom>
              <a:avLst/>
              <a:gdLst/>
              <a:ahLst/>
              <a:cxnLst/>
              <a:rect r="r" b="b" t="t" l="l"/>
              <a:pathLst>
                <a:path h="160479" w="89867">
                  <a:moveTo>
                    <a:pt x="71985" y="155296"/>
                  </a:moveTo>
                  <a:lnTo>
                    <a:pt x="991" y="13691"/>
                  </a:lnTo>
                  <a:cubicBezTo>
                    <a:pt x="-1295" y="8992"/>
                    <a:pt x="483" y="3277"/>
                    <a:pt x="5182" y="991"/>
                  </a:cubicBezTo>
                  <a:cubicBezTo>
                    <a:pt x="9881" y="-1295"/>
                    <a:pt x="15596" y="483"/>
                    <a:pt x="17882" y="5182"/>
                  </a:cubicBezTo>
                  <a:lnTo>
                    <a:pt x="88876" y="146787"/>
                  </a:lnTo>
                  <a:cubicBezTo>
                    <a:pt x="91162" y="151486"/>
                    <a:pt x="89384" y="157201"/>
                    <a:pt x="84685" y="159487"/>
                  </a:cubicBezTo>
                  <a:cubicBezTo>
                    <a:pt x="79986" y="161773"/>
                    <a:pt x="74271" y="159995"/>
                    <a:pt x="71985" y="155296"/>
                  </a:cubicBezTo>
                  <a:close/>
                </a:path>
              </a:pathLst>
            </a:custGeom>
            <a:solidFill>
              <a:srgbClr val="84C1FA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63469" y="133573"/>
              <a:ext cx="89217" cy="158686"/>
            </a:xfrm>
            <a:custGeom>
              <a:avLst/>
              <a:gdLst/>
              <a:ahLst/>
              <a:cxnLst/>
              <a:rect r="r" b="b" t="t" l="l"/>
              <a:pathLst>
                <a:path h="158686" w="89217">
                  <a:moveTo>
                    <a:pt x="88169" y="13747"/>
                  </a:moveTo>
                  <a:lnTo>
                    <a:pt x="17938" y="153447"/>
                  </a:lnTo>
                  <a:cubicBezTo>
                    <a:pt x="15525" y="158146"/>
                    <a:pt x="9937" y="160051"/>
                    <a:pt x="5238" y="157638"/>
                  </a:cubicBezTo>
                  <a:cubicBezTo>
                    <a:pt x="539" y="155225"/>
                    <a:pt x="-1366" y="149637"/>
                    <a:pt x="1047" y="144938"/>
                  </a:cubicBezTo>
                  <a:lnTo>
                    <a:pt x="71278" y="5238"/>
                  </a:lnTo>
                  <a:cubicBezTo>
                    <a:pt x="73691" y="539"/>
                    <a:pt x="79279" y="-1366"/>
                    <a:pt x="83978" y="1047"/>
                  </a:cubicBezTo>
                  <a:cubicBezTo>
                    <a:pt x="88677" y="3460"/>
                    <a:pt x="90582" y="9048"/>
                    <a:pt x="88169" y="13747"/>
                  </a:cubicBezTo>
                  <a:close/>
                </a:path>
              </a:pathLst>
            </a:custGeom>
            <a:solidFill>
              <a:srgbClr val="84C1FA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302388" y="86360"/>
              <a:ext cx="19050" cy="61976"/>
            </a:xfrm>
            <a:custGeom>
              <a:avLst/>
              <a:gdLst/>
              <a:ahLst/>
              <a:cxnLst/>
              <a:rect r="r" b="b" t="t" l="l"/>
              <a:pathLst>
                <a:path h="61976" w="19050">
                  <a:moveTo>
                    <a:pt x="127" y="52578"/>
                  </a:moveTo>
                  <a:lnTo>
                    <a:pt x="0" y="9525"/>
                  </a:lnTo>
                  <a:cubicBezTo>
                    <a:pt x="0" y="4318"/>
                    <a:pt x="4191" y="0"/>
                    <a:pt x="9398" y="0"/>
                  </a:cubicBezTo>
                  <a:cubicBezTo>
                    <a:pt x="14605" y="0"/>
                    <a:pt x="18923" y="4191"/>
                    <a:pt x="18923" y="9398"/>
                  </a:cubicBezTo>
                  <a:lnTo>
                    <a:pt x="19050" y="52451"/>
                  </a:lnTo>
                  <a:cubicBezTo>
                    <a:pt x="19050" y="57658"/>
                    <a:pt x="14859" y="61976"/>
                    <a:pt x="9652" y="61976"/>
                  </a:cubicBezTo>
                  <a:cubicBezTo>
                    <a:pt x="4445" y="61976"/>
                    <a:pt x="127" y="57785"/>
                    <a:pt x="127" y="52578"/>
                  </a:cubicBezTo>
                  <a:close/>
                </a:path>
              </a:pathLst>
            </a:custGeom>
            <a:solidFill>
              <a:srgbClr val="84C1FA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143129" y="129413"/>
              <a:ext cx="311405" cy="19050"/>
            </a:xfrm>
            <a:custGeom>
              <a:avLst/>
              <a:gdLst/>
              <a:ahLst/>
              <a:cxnLst/>
              <a:rect r="r" b="b" t="t" l="l"/>
              <a:pathLst>
                <a:path h="19050" w="311405">
                  <a:moveTo>
                    <a:pt x="9526" y="0"/>
                  </a:moveTo>
                  <a:lnTo>
                    <a:pt x="301880" y="0"/>
                  </a:lnTo>
                  <a:cubicBezTo>
                    <a:pt x="307087" y="0"/>
                    <a:pt x="311405" y="4191"/>
                    <a:pt x="311405" y="9525"/>
                  </a:cubicBezTo>
                  <a:cubicBezTo>
                    <a:pt x="311405" y="14859"/>
                    <a:pt x="307214" y="19050"/>
                    <a:pt x="301880" y="19050"/>
                  </a:cubicBezTo>
                  <a:lnTo>
                    <a:pt x="9526" y="19050"/>
                  </a:lnTo>
                  <a:cubicBezTo>
                    <a:pt x="4318" y="19050"/>
                    <a:pt x="0" y="14859"/>
                    <a:pt x="0" y="9525"/>
                  </a:cubicBezTo>
                  <a:cubicBezTo>
                    <a:pt x="0" y="4191"/>
                    <a:pt x="4191" y="0"/>
                    <a:pt x="9526" y="0"/>
                  </a:cubicBezTo>
                  <a:close/>
                </a:path>
              </a:pathLst>
            </a:custGeom>
            <a:solidFill>
              <a:srgbClr val="84C1FA"/>
            </a:solid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117348" y="129413"/>
              <a:ext cx="44958" cy="19050"/>
            </a:xfrm>
            <a:custGeom>
              <a:avLst/>
              <a:gdLst/>
              <a:ahLst/>
              <a:cxnLst/>
              <a:rect r="r" b="b" t="t" l="l"/>
              <a:pathLst>
                <a:path h="19050" w="44958">
                  <a:moveTo>
                    <a:pt x="9525" y="0"/>
                  </a:moveTo>
                  <a:lnTo>
                    <a:pt x="35433" y="0"/>
                  </a:lnTo>
                  <a:cubicBezTo>
                    <a:pt x="40641" y="0"/>
                    <a:pt x="44959" y="4191"/>
                    <a:pt x="44959" y="9525"/>
                  </a:cubicBezTo>
                  <a:cubicBezTo>
                    <a:pt x="44959" y="14859"/>
                    <a:pt x="40768" y="19050"/>
                    <a:pt x="35433" y="19050"/>
                  </a:cubicBezTo>
                  <a:lnTo>
                    <a:pt x="9525" y="19050"/>
                  </a:lnTo>
                  <a:cubicBezTo>
                    <a:pt x="4318" y="19050"/>
                    <a:pt x="0" y="14859"/>
                    <a:pt x="0" y="9525"/>
                  </a:cubicBezTo>
                  <a:cubicBezTo>
                    <a:pt x="0" y="4191"/>
                    <a:pt x="4191" y="0"/>
                    <a:pt x="9525" y="0"/>
                  </a:cubicBezTo>
                  <a:close/>
                </a:path>
              </a:pathLst>
            </a:custGeom>
            <a:solidFill>
              <a:srgbClr val="84C1FA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277750" y="129413"/>
              <a:ext cx="19050" cy="335915"/>
            </a:xfrm>
            <a:custGeom>
              <a:avLst/>
              <a:gdLst/>
              <a:ahLst/>
              <a:cxnLst/>
              <a:rect r="r" b="b" t="t" l="l"/>
              <a:pathLst>
                <a:path h="335915" w="19050">
                  <a:moveTo>
                    <a:pt x="0" y="326390"/>
                  </a:moveTo>
                  <a:lnTo>
                    <a:pt x="0" y="9525"/>
                  </a:lnTo>
                  <a:cubicBezTo>
                    <a:pt x="0" y="4318"/>
                    <a:pt x="4191" y="0"/>
                    <a:pt x="9525" y="0"/>
                  </a:cubicBezTo>
                  <a:cubicBezTo>
                    <a:pt x="14859" y="0"/>
                    <a:pt x="19050" y="4191"/>
                    <a:pt x="19050" y="9525"/>
                  </a:cubicBezTo>
                  <a:lnTo>
                    <a:pt x="19050" y="326390"/>
                  </a:lnTo>
                  <a:cubicBezTo>
                    <a:pt x="19050" y="331597"/>
                    <a:pt x="14859" y="335915"/>
                    <a:pt x="9525" y="335915"/>
                  </a:cubicBezTo>
                  <a:cubicBezTo>
                    <a:pt x="4191" y="335915"/>
                    <a:pt x="0" y="331724"/>
                    <a:pt x="0" y="326390"/>
                  </a:cubicBezTo>
                  <a:close/>
                </a:path>
              </a:pathLst>
            </a:custGeom>
            <a:solidFill>
              <a:srgbClr val="84C1FA"/>
            </a:solid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185675" y="446278"/>
              <a:ext cx="201296" cy="19050"/>
            </a:xfrm>
            <a:custGeom>
              <a:avLst/>
              <a:gdLst/>
              <a:ahLst/>
              <a:cxnLst/>
              <a:rect r="r" b="b" t="t" l="l"/>
              <a:pathLst>
                <a:path h="19050" w="201296">
                  <a:moveTo>
                    <a:pt x="9525" y="0"/>
                  </a:moveTo>
                  <a:lnTo>
                    <a:pt x="191770" y="0"/>
                  </a:lnTo>
                  <a:cubicBezTo>
                    <a:pt x="196977" y="0"/>
                    <a:pt x="201295" y="4191"/>
                    <a:pt x="201295" y="9525"/>
                  </a:cubicBezTo>
                  <a:cubicBezTo>
                    <a:pt x="201295" y="14859"/>
                    <a:pt x="197104" y="19050"/>
                    <a:pt x="191770" y="19050"/>
                  </a:cubicBezTo>
                  <a:lnTo>
                    <a:pt x="9525" y="19050"/>
                  </a:lnTo>
                  <a:cubicBezTo>
                    <a:pt x="4318" y="19050"/>
                    <a:pt x="0" y="14859"/>
                    <a:pt x="0" y="9525"/>
                  </a:cubicBezTo>
                  <a:cubicBezTo>
                    <a:pt x="0" y="4191"/>
                    <a:pt x="4191" y="0"/>
                    <a:pt x="9525" y="0"/>
                  </a:cubicBezTo>
                  <a:close/>
                </a:path>
              </a:pathLst>
            </a:custGeom>
            <a:solidFill>
              <a:srgbClr val="84C1FA"/>
            </a:solidFill>
          </p:spPr>
        </p:sp>
      </p:grpSp>
      <p:grpSp>
        <p:nvGrpSpPr>
          <p:cNvPr name="Group 17" id="17"/>
          <p:cNvGrpSpPr/>
          <p:nvPr/>
        </p:nvGrpSpPr>
        <p:grpSpPr>
          <a:xfrm rot="0">
            <a:off x="856327" y="3763768"/>
            <a:ext cx="917310" cy="917767"/>
            <a:chOff x="0" y="0"/>
            <a:chExt cx="574205" cy="574484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63485" y="224453"/>
              <a:ext cx="51305" cy="107636"/>
            </a:xfrm>
            <a:custGeom>
              <a:avLst/>
              <a:gdLst/>
              <a:ahLst/>
              <a:cxnLst/>
              <a:rect r="r" b="b" t="t" l="l"/>
              <a:pathLst>
                <a:path h="107636" w="51305">
                  <a:moveTo>
                    <a:pt x="43450" y="18627"/>
                  </a:moveTo>
                  <a:cubicBezTo>
                    <a:pt x="33417" y="21294"/>
                    <a:pt x="28718" y="22945"/>
                    <a:pt x="24654" y="25231"/>
                  </a:cubicBezTo>
                  <a:lnTo>
                    <a:pt x="20082" y="16976"/>
                  </a:lnTo>
                  <a:lnTo>
                    <a:pt x="26432" y="23961"/>
                  </a:lnTo>
                  <a:cubicBezTo>
                    <a:pt x="23130" y="27009"/>
                    <a:pt x="20844" y="30438"/>
                    <a:pt x="18939" y="35391"/>
                  </a:cubicBezTo>
                  <a:lnTo>
                    <a:pt x="10176" y="31962"/>
                  </a:lnTo>
                  <a:lnTo>
                    <a:pt x="19447" y="33486"/>
                  </a:lnTo>
                  <a:cubicBezTo>
                    <a:pt x="18939" y="37042"/>
                    <a:pt x="18558" y="46948"/>
                    <a:pt x="19193" y="62569"/>
                  </a:cubicBezTo>
                  <a:lnTo>
                    <a:pt x="9795" y="62950"/>
                  </a:lnTo>
                  <a:lnTo>
                    <a:pt x="19193" y="61807"/>
                  </a:lnTo>
                  <a:cubicBezTo>
                    <a:pt x="19828" y="66887"/>
                    <a:pt x="21225" y="71840"/>
                    <a:pt x="24019" y="77174"/>
                  </a:cubicBezTo>
                  <a:lnTo>
                    <a:pt x="15764" y="81619"/>
                  </a:lnTo>
                  <a:lnTo>
                    <a:pt x="23130" y="75777"/>
                  </a:lnTo>
                  <a:cubicBezTo>
                    <a:pt x="24908" y="78063"/>
                    <a:pt x="26940" y="80223"/>
                    <a:pt x="32655" y="84414"/>
                  </a:cubicBezTo>
                  <a:lnTo>
                    <a:pt x="27067" y="92034"/>
                  </a:lnTo>
                  <a:lnTo>
                    <a:pt x="31512" y="83779"/>
                  </a:lnTo>
                  <a:cubicBezTo>
                    <a:pt x="34306" y="85303"/>
                    <a:pt x="38624" y="87081"/>
                    <a:pt x="44847" y="89240"/>
                  </a:cubicBezTo>
                  <a:cubicBezTo>
                    <a:pt x="49800" y="90891"/>
                    <a:pt x="52467" y="96225"/>
                    <a:pt x="50816" y="101178"/>
                  </a:cubicBezTo>
                  <a:cubicBezTo>
                    <a:pt x="49165" y="106131"/>
                    <a:pt x="43831" y="108798"/>
                    <a:pt x="38878" y="107147"/>
                  </a:cubicBezTo>
                  <a:cubicBezTo>
                    <a:pt x="32274" y="104861"/>
                    <a:pt x="26686" y="102702"/>
                    <a:pt x="22622" y="100416"/>
                  </a:cubicBezTo>
                  <a:cubicBezTo>
                    <a:pt x="22241" y="100162"/>
                    <a:pt x="21860" y="100035"/>
                    <a:pt x="21479" y="99781"/>
                  </a:cubicBezTo>
                  <a:cubicBezTo>
                    <a:pt x="14875" y="94955"/>
                    <a:pt x="11319" y="91526"/>
                    <a:pt x="8271" y="87589"/>
                  </a:cubicBezTo>
                  <a:cubicBezTo>
                    <a:pt x="7890" y="87208"/>
                    <a:pt x="7636" y="86700"/>
                    <a:pt x="7382" y="86192"/>
                  </a:cubicBezTo>
                  <a:cubicBezTo>
                    <a:pt x="3445" y="78698"/>
                    <a:pt x="1286" y="71459"/>
                    <a:pt x="397" y="64093"/>
                  </a:cubicBezTo>
                  <a:cubicBezTo>
                    <a:pt x="397" y="63839"/>
                    <a:pt x="397" y="63585"/>
                    <a:pt x="397" y="63331"/>
                  </a:cubicBezTo>
                  <a:cubicBezTo>
                    <a:pt x="-238" y="47837"/>
                    <a:pt x="-111" y="36026"/>
                    <a:pt x="778" y="30438"/>
                  </a:cubicBezTo>
                  <a:cubicBezTo>
                    <a:pt x="905" y="29803"/>
                    <a:pt x="1032" y="29168"/>
                    <a:pt x="1286" y="28533"/>
                  </a:cubicBezTo>
                  <a:cubicBezTo>
                    <a:pt x="4080" y="21167"/>
                    <a:pt x="8017" y="15198"/>
                    <a:pt x="13605" y="9991"/>
                  </a:cubicBezTo>
                  <a:cubicBezTo>
                    <a:pt x="14113" y="9483"/>
                    <a:pt x="14748" y="9102"/>
                    <a:pt x="15383" y="8721"/>
                  </a:cubicBezTo>
                  <a:cubicBezTo>
                    <a:pt x="21606" y="5292"/>
                    <a:pt x="28210" y="3133"/>
                    <a:pt x="38497" y="339"/>
                  </a:cubicBezTo>
                  <a:cubicBezTo>
                    <a:pt x="43577" y="-1058"/>
                    <a:pt x="48657" y="1990"/>
                    <a:pt x="50054" y="7070"/>
                  </a:cubicBezTo>
                  <a:cubicBezTo>
                    <a:pt x="51451" y="12150"/>
                    <a:pt x="48403" y="17230"/>
                    <a:pt x="43323" y="18627"/>
                  </a:cubicBezTo>
                  <a:close/>
                </a:path>
              </a:pathLst>
            </a:custGeom>
            <a:solidFill>
              <a:srgbClr val="84C1FA"/>
            </a:solid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376904" y="224249"/>
              <a:ext cx="50603" cy="64554"/>
            </a:xfrm>
            <a:custGeom>
              <a:avLst/>
              <a:gdLst/>
              <a:ahLst/>
              <a:cxnLst/>
              <a:rect r="r" b="b" t="t" l="l"/>
              <a:pathLst>
                <a:path h="64554" w="50603">
                  <a:moveTo>
                    <a:pt x="31785" y="55280"/>
                  </a:moveTo>
                  <a:cubicBezTo>
                    <a:pt x="31912" y="39786"/>
                    <a:pt x="31531" y="36357"/>
                    <a:pt x="30134" y="31404"/>
                  </a:cubicBezTo>
                  <a:lnTo>
                    <a:pt x="39152" y="28864"/>
                  </a:lnTo>
                  <a:lnTo>
                    <a:pt x="30769" y="33309"/>
                  </a:lnTo>
                  <a:cubicBezTo>
                    <a:pt x="28864" y="29753"/>
                    <a:pt x="25943" y="26197"/>
                    <a:pt x="22387" y="23403"/>
                  </a:cubicBezTo>
                  <a:lnTo>
                    <a:pt x="28102" y="15910"/>
                  </a:lnTo>
                  <a:lnTo>
                    <a:pt x="24292" y="24546"/>
                  </a:lnTo>
                  <a:cubicBezTo>
                    <a:pt x="21752" y="23403"/>
                    <a:pt x="16037" y="21371"/>
                    <a:pt x="6639" y="18450"/>
                  </a:cubicBezTo>
                  <a:cubicBezTo>
                    <a:pt x="1686" y="16926"/>
                    <a:pt x="-1108" y="11592"/>
                    <a:pt x="416" y="6639"/>
                  </a:cubicBezTo>
                  <a:cubicBezTo>
                    <a:pt x="1940" y="1686"/>
                    <a:pt x="7274" y="-1108"/>
                    <a:pt x="12227" y="416"/>
                  </a:cubicBezTo>
                  <a:cubicBezTo>
                    <a:pt x="21498" y="3337"/>
                    <a:pt x="28229" y="5623"/>
                    <a:pt x="31912" y="7147"/>
                  </a:cubicBezTo>
                  <a:cubicBezTo>
                    <a:pt x="32547" y="7401"/>
                    <a:pt x="33309" y="7782"/>
                    <a:pt x="33817" y="8290"/>
                  </a:cubicBezTo>
                  <a:cubicBezTo>
                    <a:pt x="39532" y="12735"/>
                    <a:pt x="44232" y="18323"/>
                    <a:pt x="47407" y="24292"/>
                  </a:cubicBezTo>
                  <a:cubicBezTo>
                    <a:pt x="47661" y="24927"/>
                    <a:pt x="47915" y="25435"/>
                    <a:pt x="48169" y="26070"/>
                  </a:cubicBezTo>
                  <a:cubicBezTo>
                    <a:pt x="50328" y="33817"/>
                    <a:pt x="50709" y="39659"/>
                    <a:pt x="50582" y="55280"/>
                  </a:cubicBezTo>
                  <a:cubicBezTo>
                    <a:pt x="50582" y="60487"/>
                    <a:pt x="46264" y="64678"/>
                    <a:pt x="41056" y="64551"/>
                  </a:cubicBezTo>
                  <a:cubicBezTo>
                    <a:pt x="35849" y="64424"/>
                    <a:pt x="31658" y="60233"/>
                    <a:pt x="31785" y="55026"/>
                  </a:cubicBezTo>
                  <a:close/>
                </a:path>
              </a:pathLst>
            </a:custGeom>
            <a:solidFill>
              <a:srgbClr val="84C1FA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304341" y="129587"/>
              <a:ext cx="91442" cy="90455"/>
            </a:xfrm>
            <a:custGeom>
              <a:avLst/>
              <a:gdLst/>
              <a:ahLst/>
              <a:cxnLst/>
              <a:rect r="r" b="b" t="t" l="l"/>
              <a:pathLst>
                <a:path h="90455" w="91442">
                  <a:moveTo>
                    <a:pt x="77043" y="88982"/>
                  </a:moveTo>
                  <a:cubicBezTo>
                    <a:pt x="64978" y="81870"/>
                    <a:pt x="55072" y="74631"/>
                    <a:pt x="44023" y="65741"/>
                  </a:cubicBezTo>
                  <a:cubicBezTo>
                    <a:pt x="43896" y="65614"/>
                    <a:pt x="43769" y="65487"/>
                    <a:pt x="43642" y="65360"/>
                  </a:cubicBezTo>
                  <a:cubicBezTo>
                    <a:pt x="33101" y="55708"/>
                    <a:pt x="24211" y="46309"/>
                    <a:pt x="15321" y="35641"/>
                  </a:cubicBezTo>
                  <a:cubicBezTo>
                    <a:pt x="15194" y="35514"/>
                    <a:pt x="15067" y="35260"/>
                    <a:pt x="14940" y="35133"/>
                  </a:cubicBezTo>
                  <a:cubicBezTo>
                    <a:pt x="10368" y="28656"/>
                    <a:pt x="5796" y="21671"/>
                    <a:pt x="1351" y="14305"/>
                  </a:cubicBezTo>
                  <a:cubicBezTo>
                    <a:pt x="-1316" y="9860"/>
                    <a:pt x="81" y="4018"/>
                    <a:pt x="4526" y="1351"/>
                  </a:cubicBezTo>
                  <a:cubicBezTo>
                    <a:pt x="8971" y="-1316"/>
                    <a:pt x="14813" y="81"/>
                    <a:pt x="17480" y="4526"/>
                  </a:cubicBezTo>
                  <a:cubicBezTo>
                    <a:pt x="21798" y="11638"/>
                    <a:pt x="25989" y="18115"/>
                    <a:pt x="30307" y="24211"/>
                  </a:cubicBezTo>
                  <a:lnTo>
                    <a:pt x="22687" y="29672"/>
                  </a:lnTo>
                  <a:lnTo>
                    <a:pt x="29926" y="23703"/>
                  </a:lnTo>
                  <a:cubicBezTo>
                    <a:pt x="38181" y="33736"/>
                    <a:pt x="46436" y="42499"/>
                    <a:pt x="56342" y="51516"/>
                  </a:cubicBezTo>
                  <a:lnTo>
                    <a:pt x="49992" y="58502"/>
                  </a:lnTo>
                  <a:lnTo>
                    <a:pt x="55961" y="51135"/>
                  </a:lnTo>
                  <a:cubicBezTo>
                    <a:pt x="66502" y="59645"/>
                    <a:pt x="75773" y="66249"/>
                    <a:pt x="86822" y="72853"/>
                  </a:cubicBezTo>
                  <a:cubicBezTo>
                    <a:pt x="91267" y="75520"/>
                    <a:pt x="92791" y="81235"/>
                    <a:pt x="90124" y="85807"/>
                  </a:cubicBezTo>
                  <a:cubicBezTo>
                    <a:pt x="87457" y="90379"/>
                    <a:pt x="81742" y="91776"/>
                    <a:pt x="77170" y="89109"/>
                  </a:cubicBezTo>
                  <a:close/>
                </a:path>
              </a:pathLst>
            </a:custGeom>
            <a:solidFill>
              <a:srgbClr val="84C1FA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314629" y="475330"/>
              <a:ext cx="23682" cy="35449"/>
            </a:xfrm>
            <a:custGeom>
              <a:avLst/>
              <a:gdLst/>
              <a:ahLst/>
              <a:cxnLst/>
              <a:rect r="r" b="b" t="t" l="l"/>
              <a:pathLst>
                <a:path h="35449" w="23682">
                  <a:moveTo>
                    <a:pt x="10621" y="34579"/>
                  </a:moveTo>
                  <a:cubicBezTo>
                    <a:pt x="7192" y="33182"/>
                    <a:pt x="4525" y="31023"/>
                    <a:pt x="2366" y="28356"/>
                  </a:cubicBezTo>
                  <a:cubicBezTo>
                    <a:pt x="1731" y="27467"/>
                    <a:pt x="1223" y="26578"/>
                    <a:pt x="842" y="25562"/>
                  </a:cubicBezTo>
                  <a:cubicBezTo>
                    <a:pt x="461" y="24292"/>
                    <a:pt x="207" y="22895"/>
                    <a:pt x="80" y="21625"/>
                  </a:cubicBezTo>
                  <a:cubicBezTo>
                    <a:pt x="-301" y="17434"/>
                    <a:pt x="715" y="12481"/>
                    <a:pt x="2493" y="6639"/>
                  </a:cubicBezTo>
                  <a:cubicBezTo>
                    <a:pt x="4017" y="1686"/>
                    <a:pt x="9224" y="-1108"/>
                    <a:pt x="14304" y="416"/>
                  </a:cubicBezTo>
                  <a:cubicBezTo>
                    <a:pt x="19384" y="1940"/>
                    <a:pt x="22051" y="7147"/>
                    <a:pt x="20527" y="12227"/>
                  </a:cubicBezTo>
                  <a:cubicBezTo>
                    <a:pt x="18876" y="17688"/>
                    <a:pt x="18749" y="19847"/>
                    <a:pt x="18876" y="20228"/>
                  </a:cubicBezTo>
                  <a:cubicBezTo>
                    <a:pt x="18876" y="20355"/>
                    <a:pt x="18749" y="19720"/>
                    <a:pt x="18749" y="19593"/>
                  </a:cubicBezTo>
                  <a:lnTo>
                    <a:pt x="9859" y="22641"/>
                  </a:lnTo>
                  <a:lnTo>
                    <a:pt x="17225" y="16799"/>
                  </a:lnTo>
                  <a:cubicBezTo>
                    <a:pt x="17606" y="17180"/>
                    <a:pt x="17606" y="17180"/>
                    <a:pt x="17860" y="17307"/>
                  </a:cubicBezTo>
                  <a:cubicBezTo>
                    <a:pt x="22686" y="19339"/>
                    <a:pt x="24972" y="24800"/>
                    <a:pt x="22940" y="29626"/>
                  </a:cubicBezTo>
                  <a:cubicBezTo>
                    <a:pt x="20908" y="34452"/>
                    <a:pt x="15447" y="36738"/>
                    <a:pt x="10621" y="34706"/>
                  </a:cubicBezTo>
                  <a:close/>
                </a:path>
              </a:pathLst>
            </a:custGeom>
            <a:solidFill>
              <a:srgbClr val="84C1FA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321737" y="402255"/>
              <a:ext cx="31496" cy="36306"/>
            </a:xfrm>
            <a:custGeom>
              <a:avLst/>
              <a:gdLst/>
              <a:ahLst/>
              <a:cxnLst/>
              <a:rect r="r" b="b" t="t" l="l"/>
              <a:pathLst>
                <a:path h="36306" w="31496">
                  <a:moveTo>
                    <a:pt x="12530" y="26120"/>
                  </a:moveTo>
                  <a:cubicBezTo>
                    <a:pt x="12657" y="24214"/>
                    <a:pt x="12403" y="23833"/>
                    <a:pt x="12276" y="23706"/>
                  </a:cubicBezTo>
                  <a:lnTo>
                    <a:pt x="20531" y="19134"/>
                  </a:lnTo>
                  <a:lnTo>
                    <a:pt x="13546" y="25485"/>
                  </a:lnTo>
                  <a:cubicBezTo>
                    <a:pt x="12403" y="24214"/>
                    <a:pt x="9228" y="21293"/>
                    <a:pt x="3513" y="16721"/>
                  </a:cubicBezTo>
                  <a:cubicBezTo>
                    <a:pt x="-551" y="13419"/>
                    <a:pt x="-1186" y="7577"/>
                    <a:pt x="2116" y="3513"/>
                  </a:cubicBezTo>
                  <a:cubicBezTo>
                    <a:pt x="5418" y="-551"/>
                    <a:pt x="11260" y="-1186"/>
                    <a:pt x="15324" y="2116"/>
                  </a:cubicBezTo>
                  <a:cubicBezTo>
                    <a:pt x="20912" y="6561"/>
                    <a:pt x="25230" y="10371"/>
                    <a:pt x="27516" y="12911"/>
                  </a:cubicBezTo>
                  <a:cubicBezTo>
                    <a:pt x="28024" y="13419"/>
                    <a:pt x="28405" y="14054"/>
                    <a:pt x="28786" y="14689"/>
                  </a:cubicBezTo>
                  <a:cubicBezTo>
                    <a:pt x="30818" y="18245"/>
                    <a:pt x="31707" y="22182"/>
                    <a:pt x="31453" y="27517"/>
                  </a:cubicBezTo>
                  <a:cubicBezTo>
                    <a:pt x="31199" y="32851"/>
                    <a:pt x="26627" y="36661"/>
                    <a:pt x="21420" y="36280"/>
                  </a:cubicBezTo>
                  <a:cubicBezTo>
                    <a:pt x="16213" y="35899"/>
                    <a:pt x="12276" y="31454"/>
                    <a:pt x="12657" y="26247"/>
                  </a:cubicBezTo>
                  <a:close/>
                </a:path>
              </a:pathLst>
            </a:custGeom>
            <a:solidFill>
              <a:srgbClr val="84C1FA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278000" y="358394"/>
              <a:ext cx="29469" cy="30154"/>
            </a:xfrm>
            <a:custGeom>
              <a:avLst/>
              <a:gdLst/>
              <a:ahLst/>
              <a:cxnLst/>
              <a:rect r="r" b="b" t="t" l="l"/>
              <a:pathLst>
                <a:path h="30154" w="29469">
                  <a:moveTo>
                    <a:pt x="4196" y="26673"/>
                  </a:moveTo>
                  <a:cubicBezTo>
                    <a:pt x="2164" y="24387"/>
                    <a:pt x="894" y="21593"/>
                    <a:pt x="386" y="18672"/>
                  </a:cubicBezTo>
                  <a:cubicBezTo>
                    <a:pt x="5" y="16767"/>
                    <a:pt x="-122" y="14735"/>
                    <a:pt x="132" y="12830"/>
                  </a:cubicBezTo>
                  <a:cubicBezTo>
                    <a:pt x="259" y="11560"/>
                    <a:pt x="640" y="10417"/>
                    <a:pt x="1148" y="9401"/>
                  </a:cubicBezTo>
                  <a:cubicBezTo>
                    <a:pt x="1529" y="8512"/>
                    <a:pt x="2037" y="7750"/>
                    <a:pt x="2672" y="6988"/>
                  </a:cubicBezTo>
                  <a:cubicBezTo>
                    <a:pt x="3942" y="5337"/>
                    <a:pt x="5339" y="3940"/>
                    <a:pt x="6990" y="2797"/>
                  </a:cubicBezTo>
                  <a:cubicBezTo>
                    <a:pt x="7879" y="2162"/>
                    <a:pt x="8768" y="1654"/>
                    <a:pt x="9657" y="1273"/>
                  </a:cubicBezTo>
                  <a:cubicBezTo>
                    <a:pt x="10419" y="892"/>
                    <a:pt x="11181" y="638"/>
                    <a:pt x="11943" y="511"/>
                  </a:cubicBezTo>
                  <a:cubicBezTo>
                    <a:pt x="12070" y="511"/>
                    <a:pt x="12070" y="511"/>
                    <a:pt x="12197" y="511"/>
                  </a:cubicBezTo>
                  <a:cubicBezTo>
                    <a:pt x="14102" y="130"/>
                    <a:pt x="16896" y="3"/>
                    <a:pt x="19944" y="3"/>
                  </a:cubicBezTo>
                  <a:cubicBezTo>
                    <a:pt x="25152" y="-124"/>
                    <a:pt x="29470" y="4067"/>
                    <a:pt x="29470" y="9274"/>
                  </a:cubicBezTo>
                  <a:cubicBezTo>
                    <a:pt x="29470" y="14481"/>
                    <a:pt x="25406" y="18799"/>
                    <a:pt x="20198" y="18799"/>
                  </a:cubicBezTo>
                  <a:cubicBezTo>
                    <a:pt x="17150" y="18799"/>
                    <a:pt x="15753" y="18926"/>
                    <a:pt x="15372" y="19053"/>
                  </a:cubicBezTo>
                  <a:lnTo>
                    <a:pt x="13594" y="9782"/>
                  </a:lnTo>
                  <a:lnTo>
                    <a:pt x="17658" y="18291"/>
                  </a:lnTo>
                  <a:cubicBezTo>
                    <a:pt x="17531" y="18418"/>
                    <a:pt x="17658" y="18291"/>
                    <a:pt x="17531" y="18291"/>
                  </a:cubicBezTo>
                  <a:cubicBezTo>
                    <a:pt x="17531" y="18291"/>
                    <a:pt x="17531" y="18291"/>
                    <a:pt x="17658" y="18164"/>
                  </a:cubicBezTo>
                  <a:cubicBezTo>
                    <a:pt x="17785" y="18037"/>
                    <a:pt x="17658" y="18037"/>
                    <a:pt x="17658" y="18291"/>
                  </a:cubicBezTo>
                  <a:lnTo>
                    <a:pt x="9276" y="13846"/>
                  </a:lnTo>
                  <a:lnTo>
                    <a:pt x="18674" y="14735"/>
                  </a:lnTo>
                  <a:cubicBezTo>
                    <a:pt x="18674" y="15243"/>
                    <a:pt x="18674" y="14862"/>
                    <a:pt x="18674" y="15243"/>
                  </a:cubicBezTo>
                  <a:cubicBezTo>
                    <a:pt x="18674" y="15243"/>
                    <a:pt x="18547" y="14862"/>
                    <a:pt x="18293" y="14481"/>
                  </a:cubicBezTo>
                  <a:cubicBezTo>
                    <a:pt x="21722" y="18418"/>
                    <a:pt x="21341" y="24387"/>
                    <a:pt x="17404" y="27816"/>
                  </a:cubicBezTo>
                  <a:cubicBezTo>
                    <a:pt x="13467" y="31245"/>
                    <a:pt x="7498" y="30864"/>
                    <a:pt x="4069" y="26927"/>
                  </a:cubicBezTo>
                  <a:close/>
                </a:path>
              </a:pathLst>
            </a:custGeom>
            <a:solidFill>
              <a:srgbClr val="84C1FA"/>
            </a:solid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346788" y="343139"/>
              <a:ext cx="31184" cy="33724"/>
            </a:xfrm>
            <a:custGeom>
              <a:avLst/>
              <a:gdLst/>
              <a:ahLst/>
              <a:cxnLst/>
              <a:rect r="r" b="b" t="t" l="l"/>
              <a:pathLst>
                <a:path h="33724" w="31184">
                  <a:moveTo>
                    <a:pt x="7672" y="15131"/>
                  </a:moveTo>
                  <a:cubicBezTo>
                    <a:pt x="8434" y="15004"/>
                    <a:pt x="9069" y="14877"/>
                    <a:pt x="10720" y="13480"/>
                  </a:cubicBezTo>
                  <a:lnTo>
                    <a:pt x="16816" y="20592"/>
                  </a:lnTo>
                  <a:lnTo>
                    <a:pt x="8815" y="15639"/>
                  </a:lnTo>
                  <a:cubicBezTo>
                    <a:pt x="9450" y="14623"/>
                    <a:pt x="10847" y="11575"/>
                    <a:pt x="13006" y="5987"/>
                  </a:cubicBezTo>
                  <a:cubicBezTo>
                    <a:pt x="14911" y="1161"/>
                    <a:pt x="20372" y="-1252"/>
                    <a:pt x="25198" y="653"/>
                  </a:cubicBezTo>
                  <a:cubicBezTo>
                    <a:pt x="30024" y="2558"/>
                    <a:pt x="32437" y="8019"/>
                    <a:pt x="30532" y="12845"/>
                  </a:cubicBezTo>
                  <a:cubicBezTo>
                    <a:pt x="28373" y="18306"/>
                    <a:pt x="26468" y="22751"/>
                    <a:pt x="24817" y="25418"/>
                  </a:cubicBezTo>
                  <a:cubicBezTo>
                    <a:pt x="24309" y="26307"/>
                    <a:pt x="23674" y="27069"/>
                    <a:pt x="22912" y="27704"/>
                  </a:cubicBezTo>
                  <a:cubicBezTo>
                    <a:pt x="18848" y="31133"/>
                    <a:pt x="15292" y="32784"/>
                    <a:pt x="11228" y="33546"/>
                  </a:cubicBezTo>
                  <a:cubicBezTo>
                    <a:pt x="6148" y="34562"/>
                    <a:pt x="1195" y="31133"/>
                    <a:pt x="179" y="26053"/>
                  </a:cubicBezTo>
                  <a:cubicBezTo>
                    <a:pt x="-837" y="20973"/>
                    <a:pt x="2592" y="16020"/>
                    <a:pt x="7672" y="15004"/>
                  </a:cubicBezTo>
                  <a:close/>
                </a:path>
              </a:pathLst>
            </a:custGeom>
            <a:solidFill>
              <a:srgbClr val="84C1FA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379090" y="286464"/>
              <a:ext cx="33554" cy="31945"/>
            </a:xfrm>
            <a:custGeom>
              <a:avLst/>
              <a:gdLst/>
              <a:ahLst/>
              <a:cxnLst/>
              <a:rect r="r" b="b" t="t" l="l"/>
              <a:pathLst>
                <a:path h="31945" w="33554">
                  <a:moveTo>
                    <a:pt x="1659" y="8305"/>
                  </a:moveTo>
                  <a:cubicBezTo>
                    <a:pt x="3056" y="6273"/>
                    <a:pt x="4580" y="4622"/>
                    <a:pt x="6358" y="3225"/>
                  </a:cubicBezTo>
                  <a:cubicBezTo>
                    <a:pt x="8390" y="1701"/>
                    <a:pt x="10676" y="558"/>
                    <a:pt x="13216" y="177"/>
                  </a:cubicBezTo>
                  <a:cubicBezTo>
                    <a:pt x="14613" y="-77"/>
                    <a:pt x="16010" y="-77"/>
                    <a:pt x="17280" y="304"/>
                  </a:cubicBezTo>
                  <a:cubicBezTo>
                    <a:pt x="19820" y="939"/>
                    <a:pt x="22233" y="2082"/>
                    <a:pt x="24265" y="3606"/>
                  </a:cubicBezTo>
                  <a:cubicBezTo>
                    <a:pt x="25662" y="4622"/>
                    <a:pt x="26805" y="5765"/>
                    <a:pt x="27821" y="7162"/>
                  </a:cubicBezTo>
                  <a:cubicBezTo>
                    <a:pt x="28329" y="7797"/>
                    <a:pt x="28710" y="8559"/>
                    <a:pt x="29091" y="9448"/>
                  </a:cubicBezTo>
                  <a:lnTo>
                    <a:pt x="32901" y="19101"/>
                  </a:lnTo>
                  <a:cubicBezTo>
                    <a:pt x="34806" y="23927"/>
                    <a:pt x="32393" y="29388"/>
                    <a:pt x="27567" y="31293"/>
                  </a:cubicBezTo>
                  <a:cubicBezTo>
                    <a:pt x="22741" y="33198"/>
                    <a:pt x="17280" y="30785"/>
                    <a:pt x="15375" y="25959"/>
                  </a:cubicBezTo>
                  <a:lnTo>
                    <a:pt x="11565" y="16306"/>
                  </a:lnTo>
                  <a:lnTo>
                    <a:pt x="20328" y="12877"/>
                  </a:lnTo>
                  <a:lnTo>
                    <a:pt x="12835" y="18593"/>
                  </a:lnTo>
                  <a:cubicBezTo>
                    <a:pt x="12835" y="18465"/>
                    <a:pt x="13089" y="18847"/>
                    <a:pt x="12962" y="18720"/>
                  </a:cubicBezTo>
                  <a:cubicBezTo>
                    <a:pt x="12835" y="18593"/>
                    <a:pt x="13216" y="18720"/>
                    <a:pt x="12581" y="18593"/>
                  </a:cubicBezTo>
                  <a:lnTo>
                    <a:pt x="14994" y="9448"/>
                  </a:lnTo>
                  <a:lnTo>
                    <a:pt x="16645" y="18720"/>
                  </a:lnTo>
                  <a:cubicBezTo>
                    <a:pt x="16899" y="18720"/>
                    <a:pt x="17915" y="18212"/>
                    <a:pt x="17661" y="18339"/>
                  </a:cubicBezTo>
                  <a:cubicBezTo>
                    <a:pt x="17661" y="18339"/>
                    <a:pt x="17407" y="18465"/>
                    <a:pt x="17153" y="18974"/>
                  </a:cubicBezTo>
                  <a:cubicBezTo>
                    <a:pt x="14232" y="23292"/>
                    <a:pt x="8390" y="24308"/>
                    <a:pt x="4072" y="21387"/>
                  </a:cubicBezTo>
                  <a:cubicBezTo>
                    <a:pt x="-246" y="18465"/>
                    <a:pt x="-1262" y="12623"/>
                    <a:pt x="1659" y="8305"/>
                  </a:cubicBezTo>
                  <a:close/>
                </a:path>
              </a:pathLst>
            </a:custGeom>
            <a:solidFill>
              <a:srgbClr val="84C1FA"/>
            </a:solidFill>
          </p:spPr>
        </p:sp>
        <p:sp>
          <p:nvSpPr>
            <p:cNvPr name="Freeform 26" id="26"/>
            <p:cNvSpPr/>
            <p:nvPr/>
          </p:nvSpPr>
          <p:spPr>
            <a:xfrm flipH="false" flipV="false" rot="0">
              <a:off x="409449" y="340814"/>
              <a:ext cx="34175" cy="35876"/>
            </a:xfrm>
            <a:custGeom>
              <a:avLst/>
              <a:gdLst/>
              <a:ahLst/>
              <a:cxnLst/>
              <a:rect r="r" b="b" t="t" l="l"/>
              <a:pathLst>
                <a:path h="35876" w="34175">
                  <a:moveTo>
                    <a:pt x="18164" y="5899"/>
                  </a:moveTo>
                  <a:cubicBezTo>
                    <a:pt x="22355" y="15551"/>
                    <a:pt x="24006" y="17075"/>
                    <a:pt x="25022" y="17710"/>
                  </a:cubicBezTo>
                  <a:lnTo>
                    <a:pt x="19434" y="25330"/>
                  </a:lnTo>
                  <a:lnTo>
                    <a:pt x="22228" y="16313"/>
                  </a:lnTo>
                  <a:cubicBezTo>
                    <a:pt x="23498" y="16694"/>
                    <a:pt x="24768" y="16948"/>
                    <a:pt x="26165" y="17202"/>
                  </a:cubicBezTo>
                  <a:cubicBezTo>
                    <a:pt x="31372" y="17964"/>
                    <a:pt x="34928" y="22790"/>
                    <a:pt x="34039" y="27870"/>
                  </a:cubicBezTo>
                  <a:cubicBezTo>
                    <a:pt x="33150" y="32950"/>
                    <a:pt x="28451" y="36633"/>
                    <a:pt x="23371" y="35744"/>
                  </a:cubicBezTo>
                  <a:cubicBezTo>
                    <a:pt x="21085" y="35363"/>
                    <a:pt x="18799" y="34855"/>
                    <a:pt x="16513" y="34220"/>
                  </a:cubicBezTo>
                  <a:cubicBezTo>
                    <a:pt x="15497" y="33966"/>
                    <a:pt x="14608" y="33458"/>
                    <a:pt x="13846" y="32823"/>
                  </a:cubicBezTo>
                  <a:cubicBezTo>
                    <a:pt x="8384" y="28886"/>
                    <a:pt x="5082" y="23171"/>
                    <a:pt x="764" y="13265"/>
                  </a:cubicBezTo>
                  <a:cubicBezTo>
                    <a:pt x="-1268" y="8439"/>
                    <a:pt x="891" y="2978"/>
                    <a:pt x="5590" y="819"/>
                  </a:cubicBezTo>
                  <a:cubicBezTo>
                    <a:pt x="10290" y="-1340"/>
                    <a:pt x="15878" y="946"/>
                    <a:pt x="18037" y="5645"/>
                  </a:cubicBezTo>
                  <a:close/>
                </a:path>
              </a:pathLst>
            </a:custGeom>
            <a:solidFill>
              <a:srgbClr val="84C1FA"/>
            </a:solidFill>
          </p:spPr>
        </p:sp>
        <p:sp>
          <p:nvSpPr>
            <p:cNvPr name="Freeform 27" id="27"/>
            <p:cNvSpPr/>
            <p:nvPr/>
          </p:nvSpPr>
          <p:spPr>
            <a:xfrm flipH="false" flipV="false" rot="0">
              <a:off x="484224" y="358373"/>
              <a:ext cx="26459" cy="34398"/>
            </a:xfrm>
            <a:custGeom>
              <a:avLst/>
              <a:gdLst/>
              <a:ahLst/>
              <a:cxnLst/>
              <a:rect r="r" b="b" t="t" l="l"/>
              <a:pathLst>
                <a:path h="34398" w="26459">
                  <a:moveTo>
                    <a:pt x="14128" y="278"/>
                  </a:moveTo>
                  <a:cubicBezTo>
                    <a:pt x="15398" y="659"/>
                    <a:pt x="16541" y="1167"/>
                    <a:pt x="17557" y="1802"/>
                  </a:cubicBezTo>
                  <a:cubicBezTo>
                    <a:pt x="20351" y="3326"/>
                    <a:pt x="22891" y="5612"/>
                    <a:pt x="24669" y="8533"/>
                  </a:cubicBezTo>
                  <a:cubicBezTo>
                    <a:pt x="24796" y="8787"/>
                    <a:pt x="24923" y="9041"/>
                    <a:pt x="25177" y="9295"/>
                  </a:cubicBezTo>
                  <a:cubicBezTo>
                    <a:pt x="25812" y="10438"/>
                    <a:pt x="26193" y="11581"/>
                    <a:pt x="26320" y="12851"/>
                  </a:cubicBezTo>
                  <a:cubicBezTo>
                    <a:pt x="26574" y="14756"/>
                    <a:pt x="26447" y="16661"/>
                    <a:pt x="26193" y="18312"/>
                  </a:cubicBezTo>
                  <a:cubicBezTo>
                    <a:pt x="25812" y="20852"/>
                    <a:pt x="24923" y="23265"/>
                    <a:pt x="23526" y="25170"/>
                  </a:cubicBezTo>
                  <a:cubicBezTo>
                    <a:pt x="23018" y="25932"/>
                    <a:pt x="22383" y="26567"/>
                    <a:pt x="21621" y="27202"/>
                  </a:cubicBezTo>
                  <a:lnTo>
                    <a:pt x="15271" y="32282"/>
                  </a:lnTo>
                  <a:cubicBezTo>
                    <a:pt x="11207" y="35584"/>
                    <a:pt x="5238" y="34949"/>
                    <a:pt x="2063" y="30885"/>
                  </a:cubicBezTo>
                  <a:cubicBezTo>
                    <a:pt x="-1112" y="26821"/>
                    <a:pt x="-604" y="20852"/>
                    <a:pt x="3460" y="17677"/>
                  </a:cubicBezTo>
                  <a:lnTo>
                    <a:pt x="9810" y="12597"/>
                  </a:lnTo>
                  <a:lnTo>
                    <a:pt x="15779" y="19963"/>
                  </a:lnTo>
                  <a:lnTo>
                    <a:pt x="8032" y="14629"/>
                  </a:lnTo>
                  <a:cubicBezTo>
                    <a:pt x="7905" y="14756"/>
                    <a:pt x="7651" y="15645"/>
                    <a:pt x="7651" y="15391"/>
                  </a:cubicBezTo>
                  <a:cubicBezTo>
                    <a:pt x="7651" y="15137"/>
                    <a:pt x="7651" y="15518"/>
                    <a:pt x="7651" y="15137"/>
                  </a:cubicBezTo>
                  <a:lnTo>
                    <a:pt x="17049" y="13994"/>
                  </a:lnTo>
                  <a:lnTo>
                    <a:pt x="8921" y="18693"/>
                  </a:lnTo>
                  <a:cubicBezTo>
                    <a:pt x="8921" y="18693"/>
                    <a:pt x="8667" y="18439"/>
                    <a:pt x="8540" y="18312"/>
                  </a:cubicBezTo>
                  <a:cubicBezTo>
                    <a:pt x="8413" y="18185"/>
                    <a:pt x="8794" y="18439"/>
                    <a:pt x="8794" y="18439"/>
                  </a:cubicBezTo>
                  <a:cubicBezTo>
                    <a:pt x="3841" y="16915"/>
                    <a:pt x="920" y="11708"/>
                    <a:pt x="2444" y="6755"/>
                  </a:cubicBezTo>
                  <a:cubicBezTo>
                    <a:pt x="3968" y="1802"/>
                    <a:pt x="9175" y="-1119"/>
                    <a:pt x="14128" y="405"/>
                  </a:cubicBezTo>
                  <a:close/>
                </a:path>
              </a:pathLst>
            </a:custGeom>
            <a:solidFill>
              <a:srgbClr val="84C1FA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435360" y="408259"/>
              <a:ext cx="23845" cy="36604"/>
            </a:xfrm>
            <a:custGeom>
              <a:avLst/>
              <a:gdLst/>
              <a:ahLst/>
              <a:cxnLst/>
              <a:rect r="r" b="b" t="t" l="l"/>
              <a:pathLst>
                <a:path h="36604" w="23845">
                  <a:moveTo>
                    <a:pt x="21209" y="15925"/>
                  </a:moveTo>
                  <a:cubicBezTo>
                    <a:pt x="18923" y="18211"/>
                    <a:pt x="18796" y="19735"/>
                    <a:pt x="18796" y="19989"/>
                  </a:cubicBezTo>
                  <a:lnTo>
                    <a:pt x="9398" y="19989"/>
                  </a:lnTo>
                  <a:lnTo>
                    <a:pt x="18415" y="17322"/>
                  </a:lnTo>
                  <a:lnTo>
                    <a:pt x="20574" y="24561"/>
                  </a:lnTo>
                  <a:cubicBezTo>
                    <a:pt x="22098" y="29514"/>
                    <a:pt x="19177" y="34848"/>
                    <a:pt x="14224" y="36245"/>
                  </a:cubicBezTo>
                  <a:cubicBezTo>
                    <a:pt x="9271" y="37642"/>
                    <a:pt x="3937" y="34848"/>
                    <a:pt x="2540" y="29895"/>
                  </a:cubicBezTo>
                  <a:lnTo>
                    <a:pt x="381" y="22656"/>
                  </a:lnTo>
                  <a:cubicBezTo>
                    <a:pt x="127" y="21767"/>
                    <a:pt x="0" y="20878"/>
                    <a:pt x="0" y="19989"/>
                  </a:cubicBezTo>
                  <a:cubicBezTo>
                    <a:pt x="0" y="13766"/>
                    <a:pt x="2794" y="7796"/>
                    <a:pt x="7620" y="2843"/>
                  </a:cubicBezTo>
                  <a:cubicBezTo>
                    <a:pt x="11176" y="-840"/>
                    <a:pt x="17145" y="-967"/>
                    <a:pt x="20955" y="2589"/>
                  </a:cubicBezTo>
                  <a:cubicBezTo>
                    <a:pt x="24765" y="6145"/>
                    <a:pt x="24765" y="12114"/>
                    <a:pt x="21209" y="15925"/>
                  </a:cubicBezTo>
                  <a:close/>
                </a:path>
              </a:pathLst>
            </a:custGeom>
            <a:solidFill>
              <a:srgbClr val="84C1FA"/>
            </a:solid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441664" y="483551"/>
              <a:ext cx="32272" cy="26790"/>
            </a:xfrm>
            <a:custGeom>
              <a:avLst/>
              <a:gdLst/>
              <a:ahLst/>
              <a:cxnLst/>
              <a:rect r="r" b="b" t="t" l="l"/>
              <a:pathLst>
                <a:path h="26790" w="32272">
                  <a:moveTo>
                    <a:pt x="32177" y="8324"/>
                  </a:moveTo>
                  <a:cubicBezTo>
                    <a:pt x="32304" y="9594"/>
                    <a:pt x="32304" y="10737"/>
                    <a:pt x="32177" y="11880"/>
                  </a:cubicBezTo>
                  <a:cubicBezTo>
                    <a:pt x="32050" y="14039"/>
                    <a:pt x="31415" y="16071"/>
                    <a:pt x="30653" y="17976"/>
                  </a:cubicBezTo>
                  <a:cubicBezTo>
                    <a:pt x="30018" y="19373"/>
                    <a:pt x="29129" y="20897"/>
                    <a:pt x="27986" y="22167"/>
                  </a:cubicBezTo>
                  <a:cubicBezTo>
                    <a:pt x="27224" y="23056"/>
                    <a:pt x="26462" y="23691"/>
                    <a:pt x="25446" y="24199"/>
                  </a:cubicBezTo>
                  <a:cubicBezTo>
                    <a:pt x="24049" y="24961"/>
                    <a:pt x="22525" y="25596"/>
                    <a:pt x="20874" y="26104"/>
                  </a:cubicBezTo>
                  <a:cubicBezTo>
                    <a:pt x="18334" y="26866"/>
                    <a:pt x="15667" y="26993"/>
                    <a:pt x="13254" y="26485"/>
                  </a:cubicBezTo>
                  <a:cubicBezTo>
                    <a:pt x="12873" y="26485"/>
                    <a:pt x="12619" y="26358"/>
                    <a:pt x="12238" y="26358"/>
                  </a:cubicBezTo>
                  <a:cubicBezTo>
                    <a:pt x="11222" y="26104"/>
                    <a:pt x="10206" y="25723"/>
                    <a:pt x="9190" y="25215"/>
                  </a:cubicBezTo>
                  <a:lnTo>
                    <a:pt x="4491" y="22294"/>
                  </a:lnTo>
                  <a:cubicBezTo>
                    <a:pt x="46" y="19500"/>
                    <a:pt x="-1351" y="13785"/>
                    <a:pt x="1443" y="9340"/>
                  </a:cubicBezTo>
                  <a:cubicBezTo>
                    <a:pt x="4237" y="4895"/>
                    <a:pt x="9952" y="3498"/>
                    <a:pt x="14397" y="6292"/>
                  </a:cubicBezTo>
                  <a:lnTo>
                    <a:pt x="19096" y="9213"/>
                  </a:lnTo>
                  <a:lnTo>
                    <a:pt x="14143" y="17214"/>
                  </a:lnTo>
                  <a:lnTo>
                    <a:pt x="16048" y="7943"/>
                  </a:lnTo>
                  <a:cubicBezTo>
                    <a:pt x="16048" y="7943"/>
                    <a:pt x="15921" y="7943"/>
                    <a:pt x="15921" y="7943"/>
                  </a:cubicBezTo>
                  <a:cubicBezTo>
                    <a:pt x="16175" y="7943"/>
                    <a:pt x="15921" y="7943"/>
                    <a:pt x="16175" y="7816"/>
                  </a:cubicBezTo>
                  <a:lnTo>
                    <a:pt x="20747" y="16071"/>
                  </a:lnTo>
                  <a:lnTo>
                    <a:pt x="13635" y="9975"/>
                  </a:lnTo>
                  <a:cubicBezTo>
                    <a:pt x="13635" y="9975"/>
                    <a:pt x="13254" y="10483"/>
                    <a:pt x="13381" y="10356"/>
                  </a:cubicBezTo>
                  <a:cubicBezTo>
                    <a:pt x="13508" y="10229"/>
                    <a:pt x="13381" y="10229"/>
                    <a:pt x="13381" y="10229"/>
                  </a:cubicBezTo>
                  <a:cubicBezTo>
                    <a:pt x="13381" y="10229"/>
                    <a:pt x="13381" y="10483"/>
                    <a:pt x="13381" y="10483"/>
                  </a:cubicBezTo>
                  <a:cubicBezTo>
                    <a:pt x="12746" y="5276"/>
                    <a:pt x="16556" y="704"/>
                    <a:pt x="21636" y="69"/>
                  </a:cubicBezTo>
                  <a:cubicBezTo>
                    <a:pt x="26716" y="-566"/>
                    <a:pt x="31415" y="3244"/>
                    <a:pt x="32050" y="8324"/>
                  </a:cubicBezTo>
                  <a:close/>
                </a:path>
              </a:pathLst>
            </a:custGeom>
            <a:solidFill>
              <a:srgbClr val="84C1FA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376854" y="451480"/>
              <a:ext cx="37003" cy="23497"/>
            </a:xfrm>
            <a:custGeom>
              <a:avLst/>
              <a:gdLst/>
              <a:ahLst/>
              <a:cxnLst/>
              <a:rect r="r" b="b" t="t" l="l"/>
              <a:pathLst>
                <a:path h="23497" w="37003">
                  <a:moveTo>
                    <a:pt x="22691" y="21726"/>
                  </a:moveTo>
                  <a:cubicBezTo>
                    <a:pt x="17992" y="18678"/>
                    <a:pt x="17484" y="18805"/>
                    <a:pt x="16214" y="18551"/>
                  </a:cubicBezTo>
                  <a:lnTo>
                    <a:pt x="17865" y="9280"/>
                  </a:lnTo>
                  <a:lnTo>
                    <a:pt x="17738" y="18678"/>
                  </a:lnTo>
                  <a:cubicBezTo>
                    <a:pt x="17611" y="18678"/>
                    <a:pt x="16976" y="18551"/>
                    <a:pt x="14055" y="20202"/>
                  </a:cubicBezTo>
                  <a:cubicBezTo>
                    <a:pt x="9610" y="22869"/>
                    <a:pt x="3768" y="21218"/>
                    <a:pt x="1228" y="16773"/>
                  </a:cubicBezTo>
                  <a:cubicBezTo>
                    <a:pt x="-1312" y="12328"/>
                    <a:pt x="212" y="6486"/>
                    <a:pt x="4657" y="3946"/>
                  </a:cubicBezTo>
                  <a:cubicBezTo>
                    <a:pt x="9483" y="1152"/>
                    <a:pt x="13547" y="-118"/>
                    <a:pt x="17865" y="9"/>
                  </a:cubicBezTo>
                  <a:cubicBezTo>
                    <a:pt x="18373" y="9"/>
                    <a:pt x="18881" y="9"/>
                    <a:pt x="19389" y="136"/>
                  </a:cubicBezTo>
                  <a:cubicBezTo>
                    <a:pt x="24088" y="1025"/>
                    <a:pt x="27136" y="2422"/>
                    <a:pt x="32724" y="6105"/>
                  </a:cubicBezTo>
                  <a:cubicBezTo>
                    <a:pt x="37042" y="8899"/>
                    <a:pt x="38312" y="14741"/>
                    <a:pt x="35518" y="19186"/>
                  </a:cubicBezTo>
                  <a:cubicBezTo>
                    <a:pt x="32724" y="23631"/>
                    <a:pt x="26882" y="24774"/>
                    <a:pt x="22437" y="21980"/>
                  </a:cubicBezTo>
                  <a:close/>
                </a:path>
              </a:pathLst>
            </a:custGeom>
            <a:solidFill>
              <a:srgbClr val="84C1FA"/>
            </a:solidFill>
          </p:spPr>
        </p:sp>
        <p:sp>
          <p:nvSpPr>
            <p:cNvPr name="Freeform 31" id="31"/>
            <p:cNvSpPr/>
            <p:nvPr/>
          </p:nvSpPr>
          <p:spPr>
            <a:xfrm flipH="false" flipV="false" rot="0">
              <a:off x="320398" y="484395"/>
              <a:ext cx="32144" cy="26683"/>
            </a:xfrm>
            <a:custGeom>
              <a:avLst/>
              <a:gdLst/>
              <a:ahLst/>
              <a:cxnLst/>
              <a:rect r="r" b="b" t="t" l="l"/>
              <a:pathLst>
                <a:path h="26683" w="32144">
                  <a:moveTo>
                    <a:pt x="28093" y="17132"/>
                  </a:moveTo>
                  <a:cubicBezTo>
                    <a:pt x="19711" y="23101"/>
                    <a:pt x="16155" y="25260"/>
                    <a:pt x="11710" y="26403"/>
                  </a:cubicBezTo>
                  <a:cubicBezTo>
                    <a:pt x="6630" y="27673"/>
                    <a:pt x="1550" y="24498"/>
                    <a:pt x="280" y="19418"/>
                  </a:cubicBezTo>
                  <a:cubicBezTo>
                    <a:pt x="-990" y="14338"/>
                    <a:pt x="2185" y="9258"/>
                    <a:pt x="7265" y="7988"/>
                  </a:cubicBezTo>
                  <a:cubicBezTo>
                    <a:pt x="7646" y="7861"/>
                    <a:pt x="8408" y="7988"/>
                    <a:pt x="17171" y="1765"/>
                  </a:cubicBezTo>
                  <a:cubicBezTo>
                    <a:pt x="21362" y="-1283"/>
                    <a:pt x="27331" y="-267"/>
                    <a:pt x="30379" y="3924"/>
                  </a:cubicBezTo>
                  <a:cubicBezTo>
                    <a:pt x="33427" y="8115"/>
                    <a:pt x="32411" y="14084"/>
                    <a:pt x="28220" y="17132"/>
                  </a:cubicBezTo>
                  <a:close/>
                </a:path>
              </a:pathLst>
            </a:custGeom>
            <a:solidFill>
              <a:srgbClr val="84C1FA"/>
            </a:solidFill>
          </p:spPr>
        </p:sp>
        <p:sp>
          <p:nvSpPr>
            <p:cNvPr name="Freeform 32" id="32"/>
            <p:cNvSpPr/>
            <p:nvPr/>
          </p:nvSpPr>
          <p:spPr>
            <a:xfrm flipH="false" flipV="false" rot="0">
              <a:off x="96257" y="63310"/>
              <a:ext cx="298094" cy="129110"/>
            </a:xfrm>
            <a:custGeom>
              <a:avLst/>
              <a:gdLst/>
              <a:ahLst/>
              <a:cxnLst/>
              <a:rect r="r" b="b" t="t" l="l"/>
              <a:pathLst>
                <a:path h="129110" w="298094">
                  <a:moveTo>
                    <a:pt x="279285" y="121223"/>
                  </a:moveTo>
                  <a:cubicBezTo>
                    <a:pt x="277507" y="110935"/>
                    <a:pt x="274332" y="98997"/>
                    <a:pt x="270395" y="88583"/>
                  </a:cubicBezTo>
                  <a:lnTo>
                    <a:pt x="279285" y="85281"/>
                  </a:lnTo>
                  <a:lnTo>
                    <a:pt x="270776" y="89345"/>
                  </a:lnTo>
                  <a:cubicBezTo>
                    <a:pt x="265823" y="79185"/>
                    <a:pt x="259473" y="68771"/>
                    <a:pt x="252615" y="60008"/>
                  </a:cubicBezTo>
                  <a:lnTo>
                    <a:pt x="260108" y="54293"/>
                  </a:lnTo>
                  <a:lnTo>
                    <a:pt x="253250" y="60770"/>
                  </a:lnTo>
                  <a:cubicBezTo>
                    <a:pt x="246265" y="53277"/>
                    <a:pt x="237375" y="45530"/>
                    <a:pt x="228358" y="39180"/>
                  </a:cubicBezTo>
                  <a:lnTo>
                    <a:pt x="233819" y="31560"/>
                  </a:lnTo>
                  <a:lnTo>
                    <a:pt x="229120" y="39688"/>
                  </a:lnTo>
                  <a:cubicBezTo>
                    <a:pt x="220357" y="34608"/>
                    <a:pt x="208292" y="29147"/>
                    <a:pt x="198004" y="25591"/>
                  </a:cubicBezTo>
                  <a:lnTo>
                    <a:pt x="201052" y="16701"/>
                  </a:lnTo>
                  <a:lnTo>
                    <a:pt x="198639" y="25845"/>
                  </a:lnTo>
                  <a:cubicBezTo>
                    <a:pt x="186701" y="22797"/>
                    <a:pt x="174636" y="20638"/>
                    <a:pt x="161174" y="19241"/>
                  </a:cubicBezTo>
                  <a:lnTo>
                    <a:pt x="162063" y="9843"/>
                  </a:lnTo>
                  <a:lnTo>
                    <a:pt x="161809" y="19241"/>
                  </a:lnTo>
                  <a:cubicBezTo>
                    <a:pt x="148220" y="18860"/>
                    <a:pt x="135139" y="19241"/>
                    <a:pt x="121677" y="20638"/>
                  </a:cubicBezTo>
                  <a:lnTo>
                    <a:pt x="120661" y="11240"/>
                  </a:lnTo>
                  <a:lnTo>
                    <a:pt x="122312" y="20511"/>
                  </a:lnTo>
                  <a:cubicBezTo>
                    <a:pt x="110374" y="22670"/>
                    <a:pt x="98436" y="25718"/>
                    <a:pt x="86625" y="29909"/>
                  </a:cubicBezTo>
                  <a:lnTo>
                    <a:pt x="83449" y="21019"/>
                  </a:lnTo>
                  <a:lnTo>
                    <a:pt x="87514" y="29528"/>
                  </a:lnTo>
                  <a:cubicBezTo>
                    <a:pt x="76972" y="34481"/>
                    <a:pt x="68336" y="39688"/>
                    <a:pt x="59446" y="45911"/>
                  </a:cubicBezTo>
                  <a:lnTo>
                    <a:pt x="53985" y="38291"/>
                  </a:lnTo>
                  <a:lnTo>
                    <a:pt x="60208" y="45403"/>
                  </a:lnTo>
                  <a:cubicBezTo>
                    <a:pt x="51572" y="53023"/>
                    <a:pt x="44714" y="60262"/>
                    <a:pt x="37983" y="68898"/>
                  </a:cubicBezTo>
                  <a:lnTo>
                    <a:pt x="30490" y="63183"/>
                  </a:lnTo>
                  <a:lnTo>
                    <a:pt x="38491" y="68136"/>
                  </a:lnTo>
                  <a:cubicBezTo>
                    <a:pt x="32903" y="77026"/>
                    <a:pt x="27188" y="88837"/>
                    <a:pt x="23251" y="99251"/>
                  </a:cubicBezTo>
                  <a:lnTo>
                    <a:pt x="14361" y="95949"/>
                  </a:lnTo>
                  <a:lnTo>
                    <a:pt x="23505" y="98362"/>
                  </a:lnTo>
                  <a:cubicBezTo>
                    <a:pt x="21346" y="106363"/>
                    <a:pt x="19822" y="113856"/>
                    <a:pt x="18679" y="120715"/>
                  </a:cubicBezTo>
                  <a:cubicBezTo>
                    <a:pt x="17790" y="125795"/>
                    <a:pt x="12964" y="129351"/>
                    <a:pt x="7884" y="128462"/>
                  </a:cubicBezTo>
                  <a:cubicBezTo>
                    <a:pt x="2804" y="127573"/>
                    <a:pt x="-752" y="122747"/>
                    <a:pt x="137" y="117666"/>
                  </a:cubicBezTo>
                  <a:cubicBezTo>
                    <a:pt x="1407" y="110046"/>
                    <a:pt x="3058" y="102045"/>
                    <a:pt x="5344" y="93536"/>
                  </a:cubicBezTo>
                  <a:cubicBezTo>
                    <a:pt x="5471" y="93282"/>
                    <a:pt x="5471" y="92901"/>
                    <a:pt x="5598" y="92647"/>
                  </a:cubicBezTo>
                  <a:cubicBezTo>
                    <a:pt x="9916" y="81217"/>
                    <a:pt x="16139" y="68263"/>
                    <a:pt x="22489" y="58230"/>
                  </a:cubicBezTo>
                  <a:cubicBezTo>
                    <a:pt x="22616" y="57976"/>
                    <a:pt x="22870" y="57722"/>
                    <a:pt x="22997" y="57468"/>
                  </a:cubicBezTo>
                  <a:cubicBezTo>
                    <a:pt x="30490" y="47816"/>
                    <a:pt x="38110" y="39688"/>
                    <a:pt x="47635" y="31306"/>
                  </a:cubicBezTo>
                  <a:cubicBezTo>
                    <a:pt x="47889" y="31052"/>
                    <a:pt x="48143" y="30925"/>
                    <a:pt x="48397" y="30671"/>
                  </a:cubicBezTo>
                  <a:cubicBezTo>
                    <a:pt x="58176" y="23686"/>
                    <a:pt x="67828" y="17971"/>
                    <a:pt x="79385" y="12510"/>
                  </a:cubicBezTo>
                  <a:cubicBezTo>
                    <a:pt x="79639" y="12383"/>
                    <a:pt x="79893" y="12256"/>
                    <a:pt x="80274" y="12129"/>
                  </a:cubicBezTo>
                  <a:cubicBezTo>
                    <a:pt x="93102" y="7557"/>
                    <a:pt x="106183" y="4128"/>
                    <a:pt x="119137" y="1842"/>
                  </a:cubicBezTo>
                  <a:cubicBezTo>
                    <a:pt x="119391" y="1842"/>
                    <a:pt x="119518" y="1715"/>
                    <a:pt x="119772" y="1715"/>
                  </a:cubicBezTo>
                  <a:cubicBezTo>
                    <a:pt x="134123" y="191"/>
                    <a:pt x="148093" y="-317"/>
                    <a:pt x="162444" y="191"/>
                  </a:cubicBezTo>
                  <a:cubicBezTo>
                    <a:pt x="162698" y="191"/>
                    <a:pt x="162825" y="191"/>
                    <a:pt x="163079" y="191"/>
                  </a:cubicBezTo>
                  <a:cubicBezTo>
                    <a:pt x="177430" y="1588"/>
                    <a:pt x="190511" y="3874"/>
                    <a:pt x="203339" y="7303"/>
                  </a:cubicBezTo>
                  <a:cubicBezTo>
                    <a:pt x="203593" y="7430"/>
                    <a:pt x="203847" y="7430"/>
                    <a:pt x="204101" y="7557"/>
                  </a:cubicBezTo>
                  <a:cubicBezTo>
                    <a:pt x="215404" y="11494"/>
                    <a:pt x="228612" y="17463"/>
                    <a:pt x="238518" y="23178"/>
                  </a:cubicBezTo>
                  <a:cubicBezTo>
                    <a:pt x="238772" y="23305"/>
                    <a:pt x="239026" y="23432"/>
                    <a:pt x="239280" y="23686"/>
                  </a:cubicBezTo>
                  <a:cubicBezTo>
                    <a:pt x="249186" y="30798"/>
                    <a:pt x="259092" y="39307"/>
                    <a:pt x="266966" y="47689"/>
                  </a:cubicBezTo>
                  <a:cubicBezTo>
                    <a:pt x="267220" y="47943"/>
                    <a:pt x="267347" y="48197"/>
                    <a:pt x="267601" y="48451"/>
                  </a:cubicBezTo>
                  <a:cubicBezTo>
                    <a:pt x="275221" y="58357"/>
                    <a:pt x="282333" y="69787"/>
                    <a:pt x="287794" y="81217"/>
                  </a:cubicBezTo>
                  <a:cubicBezTo>
                    <a:pt x="287921" y="81471"/>
                    <a:pt x="288048" y="81725"/>
                    <a:pt x="288175" y="82106"/>
                  </a:cubicBezTo>
                  <a:cubicBezTo>
                    <a:pt x="292366" y="93536"/>
                    <a:pt x="295922" y="106617"/>
                    <a:pt x="297954" y="118047"/>
                  </a:cubicBezTo>
                  <a:cubicBezTo>
                    <a:pt x="298843" y="123128"/>
                    <a:pt x="295414" y="128081"/>
                    <a:pt x="290207" y="128970"/>
                  </a:cubicBezTo>
                  <a:cubicBezTo>
                    <a:pt x="285000" y="129859"/>
                    <a:pt x="280174" y="126430"/>
                    <a:pt x="279285" y="121223"/>
                  </a:cubicBezTo>
                  <a:close/>
                </a:path>
              </a:pathLst>
            </a:custGeom>
            <a:solidFill>
              <a:srgbClr val="84C1FA"/>
            </a:solidFill>
          </p:spPr>
        </p:sp>
        <p:sp>
          <p:nvSpPr>
            <p:cNvPr name="Freeform 33" id="33"/>
            <p:cNvSpPr/>
            <p:nvPr/>
          </p:nvSpPr>
          <p:spPr>
            <a:xfrm flipH="false" flipV="false" rot="0">
              <a:off x="95124" y="173184"/>
              <a:ext cx="20112" cy="79294"/>
            </a:xfrm>
            <a:custGeom>
              <a:avLst/>
              <a:gdLst/>
              <a:ahLst/>
              <a:cxnLst/>
              <a:rect r="r" b="b" t="t" l="l"/>
              <a:pathLst>
                <a:path h="79294" w="20112">
                  <a:moveTo>
                    <a:pt x="19939" y="10206"/>
                  </a:moveTo>
                  <a:cubicBezTo>
                    <a:pt x="19177" y="18969"/>
                    <a:pt x="18669" y="38781"/>
                    <a:pt x="18796" y="69896"/>
                  </a:cubicBezTo>
                  <a:cubicBezTo>
                    <a:pt x="18796" y="75103"/>
                    <a:pt x="14605" y="79294"/>
                    <a:pt x="9398" y="79294"/>
                  </a:cubicBezTo>
                  <a:cubicBezTo>
                    <a:pt x="4191" y="79294"/>
                    <a:pt x="0" y="75103"/>
                    <a:pt x="0" y="69896"/>
                  </a:cubicBezTo>
                  <a:cubicBezTo>
                    <a:pt x="0" y="39035"/>
                    <a:pt x="381" y="18334"/>
                    <a:pt x="1270" y="8554"/>
                  </a:cubicBezTo>
                  <a:cubicBezTo>
                    <a:pt x="1778" y="3347"/>
                    <a:pt x="6350" y="-463"/>
                    <a:pt x="11557" y="45"/>
                  </a:cubicBezTo>
                  <a:cubicBezTo>
                    <a:pt x="16764" y="553"/>
                    <a:pt x="20574" y="5125"/>
                    <a:pt x="20066" y="10333"/>
                  </a:cubicBezTo>
                  <a:close/>
                </a:path>
              </a:pathLst>
            </a:custGeom>
            <a:solidFill>
              <a:srgbClr val="84C1FA"/>
            </a:solidFill>
          </p:spPr>
        </p:sp>
        <p:sp>
          <p:nvSpPr>
            <p:cNvPr name="Freeform 34" id="34"/>
            <p:cNvSpPr/>
            <p:nvPr/>
          </p:nvSpPr>
          <p:spPr>
            <a:xfrm flipH="false" flipV="false" rot="0">
              <a:off x="95606" y="303887"/>
              <a:ext cx="201304" cy="164258"/>
            </a:xfrm>
            <a:custGeom>
              <a:avLst/>
              <a:gdLst/>
              <a:ahLst/>
              <a:cxnLst/>
              <a:rect r="r" b="b" t="t" l="l"/>
              <a:pathLst>
                <a:path h="164258" w="201304">
                  <a:moveTo>
                    <a:pt x="18568" y="8790"/>
                  </a:moveTo>
                  <a:cubicBezTo>
                    <a:pt x="19203" y="17553"/>
                    <a:pt x="20473" y="26189"/>
                    <a:pt x="22124" y="34825"/>
                  </a:cubicBezTo>
                  <a:lnTo>
                    <a:pt x="12853" y="36603"/>
                  </a:lnTo>
                  <a:lnTo>
                    <a:pt x="21997" y="34444"/>
                  </a:lnTo>
                  <a:cubicBezTo>
                    <a:pt x="23775" y="41937"/>
                    <a:pt x="25934" y="49049"/>
                    <a:pt x="28347" y="55780"/>
                  </a:cubicBezTo>
                  <a:lnTo>
                    <a:pt x="19457" y="58955"/>
                  </a:lnTo>
                  <a:lnTo>
                    <a:pt x="28093" y="55145"/>
                  </a:lnTo>
                  <a:cubicBezTo>
                    <a:pt x="31395" y="62638"/>
                    <a:pt x="35332" y="70639"/>
                    <a:pt x="39777" y="78259"/>
                  </a:cubicBezTo>
                  <a:lnTo>
                    <a:pt x="31649" y="82958"/>
                  </a:lnTo>
                  <a:lnTo>
                    <a:pt x="39523" y="77878"/>
                  </a:lnTo>
                  <a:cubicBezTo>
                    <a:pt x="43460" y="83847"/>
                    <a:pt x="48667" y="91086"/>
                    <a:pt x="54255" y="97944"/>
                  </a:cubicBezTo>
                  <a:lnTo>
                    <a:pt x="47016" y="103913"/>
                  </a:lnTo>
                  <a:lnTo>
                    <a:pt x="54001" y="97563"/>
                  </a:lnTo>
                  <a:cubicBezTo>
                    <a:pt x="58954" y="103024"/>
                    <a:pt x="65939" y="109755"/>
                    <a:pt x="71654" y="114835"/>
                  </a:cubicBezTo>
                  <a:lnTo>
                    <a:pt x="65431" y="121948"/>
                  </a:lnTo>
                  <a:lnTo>
                    <a:pt x="71273" y="114581"/>
                  </a:lnTo>
                  <a:cubicBezTo>
                    <a:pt x="78131" y="119916"/>
                    <a:pt x="84482" y="124488"/>
                    <a:pt x="91594" y="128933"/>
                  </a:cubicBezTo>
                  <a:lnTo>
                    <a:pt x="86514" y="136934"/>
                  </a:lnTo>
                  <a:lnTo>
                    <a:pt x="91086" y="128679"/>
                  </a:lnTo>
                  <a:cubicBezTo>
                    <a:pt x="97436" y="132108"/>
                    <a:pt x="105183" y="135918"/>
                    <a:pt x="111660" y="138458"/>
                  </a:cubicBezTo>
                  <a:lnTo>
                    <a:pt x="108231" y="147221"/>
                  </a:lnTo>
                  <a:lnTo>
                    <a:pt x="111152" y="138204"/>
                  </a:lnTo>
                  <a:cubicBezTo>
                    <a:pt x="119280" y="140744"/>
                    <a:pt x="127662" y="143030"/>
                    <a:pt x="133631" y="144300"/>
                  </a:cubicBezTo>
                  <a:lnTo>
                    <a:pt x="131853" y="153571"/>
                  </a:lnTo>
                  <a:lnTo>
                    <a:pt x="132996" y="144173"/>
                  </a:lnTo>
                  <a:cubicBezTo>
                    <a:pt x="140362" y="145062"/>
                    <a:pt x="147728" y="145570"/>
                    <a:pt x="155094" y="145443"/>
                  </a:cubicBezTo>
                  <a:lnTo>
                    <a:pt x="155221" y="154841"/>
                  </a:lnTo>
                  <a:lnTo>
                    <a:pt x="154459" y="145443"/>
                  </a:lnTo>
                  <a:cubicBezTo>
                    <a:pt x="160301" y="144935"/>
                    <a:pt x="168175" y="143919"/>
                    <a:pt x="175160" y="142395"/>
                  </a:cubicBezTo>
                  <a:lnTo>
                    <a:pt x="177065" y="151666"/>
                  </a:lnTo>
                  <a:lnTo>
                    <a:pt x="174652" y="142522"/>
                  </a:lnTo>
                  <a:cubicBezTo>
                    <a:pt x="178970" y="141379"/>
                    <a:pt x="183796" y="139855"/>
                    <a:pt x="188876" y="138204"/>
                  </a:cubicBezTo>
                  <a:cubicBezTo>
                    <a:pt x="193829" y="136553"/>
                    <a:pt x="199163" y="139220"/>
                    <a:pt x="200814" y="144173"/>
                  </a:cubicBezTo>
                  <a:cubicBezTo>
                    <a:pt x="202465" y="149126"/>
                    <a:pt x="199798" y="154460"/>
                    <a:pt x="194845" y="156111"/>
                  </a:cubicBezTo>
                  <a:cubicBezTo>
                    <a:pt x="189384" y="157889"/>
                    <a:pt x="184304" y="159540"/>
                    <a:pt x="179478" y="160810"/>
                  </a:cubicBezTo>
                  <a:cubicBezTo>
                    <a:pt x="179351" y="160810"/>
                    <a:pt x="179097" y="160937"/>
                    <a:pt x="178970" y="160937"/>
                  </a:cubicBezTo>
                  <a:cubicBezTo>
                    <a:pt x="171223" y="162461"/>
                    <a:pt x="162714" y="163731"/>
                    <a:pt x="155983" y="164239"/>
                  </a:cubicBezTo>
                  <a:cubicBezTo>
                    <a:pt x="155729" y="164239"/>
                    <a:pt x="155602" y="164239"/>
                    <a:pt x="155348" y="164239"/>
                  </a:cubicBezTo>
                  <a:cubicBezTo>
                    <a:pt x="147093" y="164366"/>
                    <a:pt x="138838" y="163858"/>
                    <a:pt x="130710" y="162842"/>
                  </a:cubicBezTo>
                  <a:cubicBezTo>
                    <a:pt x="130456" y="162842"/>
                    <a:pt x="130329" y="162842"/>
                    <a:pt x="130075" y="162715"/>
                  </a:cubicBezTo>
                  <a:cubicBezTo>
                    <a:pt x="123217" y="161318"/>
                    <a:pt x="114073" y="158905"/>
                    <a:pt x="105564" y="156111"/>
                  </a:cubicBezTo>
                  <a:cubicBezTo>
                    <a:pt x="105310" y="155984"/>
                    <a:pt x="105183" y="155984"/>
                    <a:pt x="104929" y="155857"/>
                  </a:cubicBezTo>
                  <a:cubicBezTo>
                    <a:pt x="97690" y="152936"/>
                    <a:pt x="89181" y="148872"/>
                    <a:pt x="82195" y="145062"/>
                  </a:cubicBezTo>
                  <a:cubicBezTo>
                    <a:pt x="82068" y="144935"/>
                    <a:pt x="81941" y="144935"/>
                    <a:pt x="81687" y="144808"/>
                  </a:cubicBezTo>
                  <a:cubicBezTo>
                    <a:pt x="74067" y="139982"/>
                    <a:pt x="67082" y="135029"/>
                    <a:pt x="59843" y="129314"/>
                  </a:cubicBezTo>
                  <a:cubicBezTo>
                    <a:pt x="59716" y="129187"/>
                    <a:pt x="59589" y="129060"/>
                    <a:pt x="59462" y="128933"/>
                  </a:cubicBezTo>
                  <a:cubicBezTo>
                    <a:pt x="53239" y="123472"/>
                    <a:pt x="45873" y="116232"/>
                    <a:pt x="40412" y="110263"/>
                  </a:cubicBezTo>
                  <a:cubicBezTo>
                    <a:pt x="40285" y="110136"/>
                    <a:pt x="40158" y="110009"/>
                    <a:pt x="40031" y="109882"/>
                  </a:cubicBezTo>
                  <a:cubicBezTo>
                    <a:pt x="34062" y="102643"/>
                    <a:pt x="28347" y="94769"/>
                    <a:pt x="24029" y="88165"/>
                  </a:cubicBezTo>
                  <a:cubicBezTo>
                    <a:pt x="23902" y="88038"/>
                    <a:pt x="23902" y="87911"/>
                    <a:pt x="23775" y="87784"/>
                  </a:cubicBezTo>
                  <a:cubicBezTo>
                    <a:pt x="19076" y="79529"/>
                    <a:pt x="14758" y="70893"/>
                    <a:pt x="11202" y="62765"/>
                  </a:cubicBezTo>
                  <a:cubicBezTo>
                    <a:pt x="11075" y="62638"/>
                    <a:pt x="11075" y="62384"/>
                    <a:pt x="10948" y="62130"/>
                  </a:cubicBezTo>
                  <a:cubicBezTo>
                    <a:pt x="8281" y="54764"/>
                    <a:pt x="5995" y="46890"/>
                    <a:pt x="3963" y="38762"/>
                  </a:cubicBezTo>
                  <a:cubicBezTo>
                    <a:pt x="3963" y="38635"/>
                    <a:pt x="3836" y="38381"/>
                    <a:pt x="3836" y="38254"/>
                  </a:cubicBezTo>
                  <a:cubicBezTo>
                    <a:pt x="2058" y="28983"/>
                    <a:pt x="788" y="19712"/>
                    <a:pt x="26" y="10187"/>
                  </a:cubicBezTo>
                  <a:cubicBezTo>
                    <a:pt x="-355" y="4980"/>
                    <a:pt x="3455" y="408"/>
                    <a:pt x="8662" y="26"/>
                  </a:cubicBezTo>
                  <a:cubicBezTo>
                    <a:pt x="13869" y="-354"/>
                    <a:pt x="18441" y="3456"/>
                    <a:pt x="18822" y="8663"/>
                  </a:cubicBezTo>
                  <a:close/>
                </a:path>
              </a:pathLst>
            </a:custGeom>
            <a:solidFill>
              <a:srgbClr val="84C1FA"/>
            </a:solidFill>
          </p:spPr>
        </p:sp>
        <p:sp>
          <p:nvSpPr>
            <p:cNvPr name="Freeform 35" id="35"/>
            <p:cNvSpPr/>
            <p:nvPr/>
          </p:nvSpPr>
          <p:spPr>
            <a:xfrm flipH="false" flipV="false" rot="0">
              <a:off x="375412" y="173354"/>
              <a:ext cx="20453" cy="105797"/>
            </a:xfrm>
            <a:custGeom>
              <a:avLst/>
              <a:gdLst/>
              <a:ahLst/>
              <a:cxnLst/>
              <a:rect r="r" b="b" t="t" l="l"/>
              <a:pathLst>
                <a:path h="105797" w="20453">
                  <a:moveTo>
                    <a:pt x="1527" y="96523"/>
                  </a:moveTo>
                  <a:lnTo>
                    <a:pt x="3" y="9654"/>
                  </a:lnTo>
                  <a:cubicBezTo>
                    <a:pt x="-124" y="4447"/>
                    <a:pt x="4067" y="129"/>
                    <a:pt x="9274" y="2"/>
                  </a:cubicBezTo>
                  <a:cubicBezTo>
                    <a:pt x="14481" y="-125"/>
                    <a:pt x="18799" y="4066"/>
                    <a:pt x="18926" y="9274"/>
                  </a:cubicBezTo>
                  <a:lnTo>
                    <a:pt x="20450" y="96142"/>
                  </a:lnTo>
                  <a:cubicBezTo>
                    <a:pt x="20577" y="101349"/>
                    <a:pt x="16386" y="105667"/>
                    <a:pt x="11179" y="105794"/>
                  </a:cubicBezTo>
                  <a:cubicBezTo>
                    <a:pt x="5972" y="105921"/>
                    <a:pt x="1654" y="101730"/>
                    <a:pt x="1527" y="96523"/>
                  </a:cubicBezTo>
                  <a:close/>
                </a:path>
              </a:pathLst>
            </a:custGeom>
            <a:solidFill>
              <a:srgbClr val="84C1FA"/>
            </a:solidFill>
          </p:spPr>
        </p:sp>
        <p:sp>
          <p:nvSpPr>
            <p:cNvPr name="Freeform 36" id="36"/>
            <p:cNvSpPr/>
            <p:nvPr/>
          </p:nvSpPr>
          <p:spPr>
            <a:xfrm flipH="false" flipV="false" rot="0">
              <a:off x="223162" y="129509"/>
              <a:ext cx="100088" cy="63385"/>
            </a:xfrm>
            <a:custGeom>
              <a:avLst/>
              <a:gdLst/>
              <a:ahLst/>
              <a:cxnLst/>
              <a:rect r="r" b="b" t="t" l="l"/>
              <a:pathLst>
                <a:path h="63385" w="100088">
                  <a:moveTo>
                    <a:pt x="97262" y="16161"/>
                  </a:moveTo>
                  <a:cubicBezTo>
                    <a:pt x="73131" y="39910"/>
                    <a:pt x="44429" y="55532"/>
                    <a:pt x="11536" y="63152"/>
                  </a:cubicBezTo>
                  <a:cubicBezTo>
                    <a:pt x="6456" y="64295"/>
                    <a:pt x="1376" y="61120"/>
                    <a:pt x="233" y="56040"/>
                  </a:cubicBezTo>
                  <a:cubicBezTo>
                    <a:pt x="-910" y="50959"/>
                    <a:pt x="2265" y="45879"/>
                    <a:pt x="7345" y="44736"/>
                  </a:cubicBezTo>
                  <a:cubicBezTo>
                    <a:pt x="36936" y="38005"/>
                    <a:pt x="62463" y="24035"/>
                    <a:pt x="84054" y="2699"/>
                  </a:cubicBezTo>
                  <a:cubicBezTo>
                    <a:pt x="87737" y="-984"/>
                    <a:pt x="93706" y="-857"/>
                    <a:pt x="97389" y="2826"/>
                  </a:cubicBezTo>
                  <a:cubicBezTo>
                    <a:pt x="101072" y="6509"/>
                    <a:pt x="100945" y="12478"/>
                    <a:pt x="97262" y="16161"/>
                  </a:cubicBezTo>
                  <a:close/>
                </a:path>
              </a:pathLst>
            </a:custGeom>
            <a:solidFill>
              <a:srgbClr val="84C1FA"/>
            </a:solidFill>
          </p:spPr>
        </p:sp>
        <p:sp>
          <p:nvSpPr>
            <p:cNvPr name="Freeform 37" id="37"/>
            <p:cNvSpPr/>
            <p:nvPr/>
          </p:nvSpPr>
          <p:spPr>
            <a:xfrm flipH="false" flipV="false" rot="0">
              <a:off x="303279" y="242064"/>
              <a:ext cx="18796" cy="48006"/>
            </a:xfrm>
            <a:custGeom>
              <a:avLst/>
              <a:gdLst/>
              <a:ahLst/>
              <a:cxnLst/>
              <a:rect r="r" b="b" t="t" l="l"/>
              <a:pathLst>
                <a:path h="48006" w="18796">
                  <a:moveTo>
                    <a:pt x="18796" y="9398"/>
                  </a:moveTo>
                  <a:lnTo>
                    <a:pt x="18796" y="38608"/>
                  </a:lnTo>
                  <a:cubicBezTo>
                    <a:pt x="18796" y="43815"/>
                    <a:pt x="14605" y="48006"/>
                    <a:pt x="9398" y="48006"/>
                  </a:cubicBezTo>
                  <a:cubicBezTo>
                    <a:pt x="4191" y="48006"/>
                    <a:pt x="0" y="43815"/>
                    <a:pt x="0" y="38608"/>
                  </a:cubicBezTo>
                  <a:lnTo>
                    <a:pt x="0" y="9398"/>
                  </a:lnTo>
                  <a:cubicBezTo>
                    <a:pt x="0" y="4191"/>
                    <a:pt x="4191" y="0"/>
                    <a:pt x="9398" y="0"/>
                  </a:cubicBezTo>
                  <a:cubicBezTo>
                    <a:pt x="14605" y="0"/>
                    <a:pt x="18796" y="4191"/>
                    <a:pt x="18796" y="9398"/>
                  </a:cubicBezTo>
                  <a:close/>
                </a:path>
              </a:pathLst>
            </a:custGeom>
            <a:solidFill>
              <a:srgbClr val="84C1FA"/>
            </a:solidFill>
          </p:spPr>
        </p:sp>
        <p:sp>
          <p:nvSpPr>
            <p:cNvPr name="Freeform 38" id="38"/>
            <p:cNvSpPr/>
            <p:nvPr/>
          </p:nvSpPr>
          <p:spPr>
            <a:xfrm flipH="false" flipV="false" rot="0">
              <a:off x="169038" y="242064"/>
              <a:ext cx="18796" cy="48006"/>
            </a:xfrm>
            <a:custGeom>
              <a:avLst/>
              <a:gdLst/>
              <a:ahLst/>
              <a:cxnLst/>
              <a:rect r="r" b="b" t="t" l="l"/>
              <a:pathLst>
                <a:path h="48006" w="18796">
                  <a:moveTo>
                    <a:pt x="0" y="38608"/>
                  </a:moveTo>
                  <a:lnTo>
                    <a:pt x="0" y="9398"/>
                  </a:lnTo>
                  <a:cubicBezTo>
                    <a:pt x="0" y="4191"/>
                    <a:pt x="4191" y="0"/>
                    <a:pt x="9398" y="0"/>
                  </a:cubicBezTo>
                  <a:cubicBezTo>
                    <a:pt x="14606" y="0"/>
                    <a:pt x="18797" y="4191"/>
                    <a:pt x="18797" y="9398"/>
                  </a:cubicBezTo>
                  <a:lnTo>
                    <a:pt x="18797" y="38608"/>
                  </a:lnTo>
                  <a:cubicBezTo>
                    <a:pt x="18797" y="43815"/>
                    <a:pt x="14606" y="48006"/>
                    <a:pt x="9398" y="48006"/>
                  </a:cubicBezTo>
                  <a:cubicBezTo>
                    <a:pt x="4191" y="48006"/>
                    <a:pt x="0" y="43815"/>
                    <a:pt x="0" y="38608"/>
                  </a:cubicBezTo>
                  <a:close/>
                </a:path>
              </a:pathLst>
            </a:custGeom>
            <a:solidFill>
              <a:srgbClr val="84C1FA"/>
            </a:solidFill>
          </p:spPr>
        </p:sp>
        <p:sp>
          <p:nvSpPr>
            <p:cNvPr name="Freeform 39" id="39"/>
            <p:cNvSpPr/>
            <p:nvPr/>
          </p:nvSpPr>
          <p:spPr>
            <a:xfrm flipH="false" flipV="false" rot="0">
              <a:off x="316833" y="419576"/>
              <a:ext cx="36266" cy="74620"/>
            </a:xfrm>
            <a:custGeom>
              <a:avLst/>
              <a:gdLst/>
              <a:ahLst/>
              <a:cxnLst/>
              <a:rect r="r" b="b" t="t" l="l"/>
              <a:pathLst>
                <a:path h="74620" w="36266">
                  <a:moveTo>
                    <a:pt x="416" y="62393"/>
                  </a:moveTo>
                  <a:lnTo>
                    <a:pt x="17815" y="6640"/>
                  </a:lnTo>
                  <a:cubicBezTo>
                    <a:pt x="19339" y="1687"/>
                    <a:pt x="24673" y="-1108"/>
                    <a:pt x="29626" y="416"/>
                  </a:cubicBezTo>
                  <a:cubicBezTo>
                    <a:pt x="34579" y="1941"/>
                    <a:pt x="37373" y="7275"/>
                    <a:pt x="35849" y="12228"/>
                  </a:cubicBezTo>
                  <a:lnTo>
                    <a:pt x="18450" y="67981"/>
                  </a:lnTo>
                  <a:cubicBezTo>
                    <a:pt x="16926" y="72934"/>
                    <a:pt x="11592" y="75728"/>
                    <a:pt x="6639" y="74204"/>
                  </a:cubicBezTo>
                  <a:cubicBezTo>
                    <a:pt x="1686" y="72680"/>
                    <a:pt x="-1108" y="67346"/>
                    <a:pt x="416" y="62393"/>
                  </a:cubicBezTo>
                  <a:close/>
                </a:path>
              </a:pathLst>
            </a:custGeom>
            <a:solidFill>
              <a:srgbClr val="84C1FA"/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200281" y="356619"/>
              <a:ext cx="70359" cy="18796"/>
            </a:xfrm>
            <a:custGeom>
              <a:avLst/>
              <a:gdLst/>
              <a:ahLst/>
              <a:cxnLst/>
              <a:rect r="r" b="b" t="t" l="l"/>
              <a:pathLst>
                <a:path h="18796" w="70359">
                  <a:moveTo>
                    <a:pt x="9398" y="0"/>
                  </a:moveTo>
                  <a:lnTo>
                    <a:pt x="60960" y="0"/>
                  </a:lnTo>
                  <a:cubicBezTo>
                    <a:pt x="66167" y="0"/>
                    <a:pt x="70358" y="4191"/>
                    <a:pt x="70358" y="9398"/>
                  </a:cubicBezTo>
                  <a:cubicBezTo>
                    <a:pt x="70358" y="14605"/>
                    <a:pt x="66167" y="18796"/>
                    <a:pt x="60960" y="18796"/>
                  </a:cubicBezTo>
                  <a:lnTo>
                    <a:pt x="9398" y="18796"/>
                  </a:lnTo>
                  <a:cubicBezTo>
                    <a:pt x="4191" y="18796"/>
                    <a:pt x="0" y="14605"/>
                    <a:pt x="0" y="9398"/>
                  </a:cubicBezTo>
                  <a:cubicBezTo>
                    <a:pt x="0" y="4191"/>
                    <a:pt x="4191" y="0"/>
                    <a:pt x="9398" y="0"/>
                  </a:cubicBezTo>
                  <a:close/>
                </a:path>
              </a:pathLst>
            </a:custGeom>
            <a:solidFill>
              <a:srgbClr val="84C1FA"/>
            </a:solidFill>
          </p:spPr>
        </p:sp>
        <p:sp>
          <p:nvSpPr>
            <p:cNvPr name="Freeform 41" id="41"/>
            <p:cNvSpPr/>
            <p:nvPr/>
          </p:nvSpPr>
          <p:spPr>
            <a:xfrm flipH="false" flipV="false" rot="0">
              <a:off x="279851" y="369387"/>
              <a:ext cx="60444" cy="51554"/>
            </a:xfrm>
            <a:custGeom>
              <a:avLst/>
              <a:gdLst/>
              <a:ahLst/>
              <a:cxnLst/>
              <a:rect r="r" b="b" t="t" l="l"/>
              <a:pathLst>
                <a:path h="51554" w="60444">
                  <a:moveTo>
                    <a:pt x="45272" y="49589"/>
                  </a:moveTo>
                  <a:lnTo>
                    <a:pt x="3615" y="16823"/>
                  </a:lnTo>
                  <a:cubicBezTo>
                    <a:pt x="-449" y="13648"/>
                    <a:pt x="-1211" y="7679"/>
                    <a:pt x="1964" y="3615"/>
                  </a:cubicBezTo>
                  <a:cubicBezTo>
                    <a:pt x="5139" y="-449"/>
                    <a:pt x="11108" y="-1211"/>
                    <a:pt x="15172" y="1964"/>
                  </a:cubicBezTo>
                  <a:lnTo>
                    <a:pt x="56829" y="34730"/>
                  </a:lnTo>
                  <a:cubicBezTo>
                    <a:pt x="60893" y="37905"/>
                    <a:pt x="61655" y="43874"/>
                    <a:pt x="58480" y="47938"/>
                  </a:cubicBezTo>
                  <a:cubicBezTo>
                    <a:pt x="55305" y="52002"/>
                    <a:pt x="49336" y="52765"/>
                    <a:pt x="45272" y="49589"/>
                  </a:cubicBezTo>
                  <a:close/>
                </a:path>
              </a:pathLst>
            </a:custGeom>
            <a:solidFill>
              <a:srgbClr val="84C1FA"/>
            </a:solidFill>
          </p:spPr>
        </p:sp>
        <p:sp>
          <p:nvSpPr>
            <p:cNvPr name="Freeform 42" id="42"/>
            <p:cNvSpPr/>
            <p:nvPr/>
          </p:nvSpPr>
          <p:spPr>
            <a:xfrm flipH="false" flipV="false" rot="0">
              <a:off x="319439" y="491770"/>
              <a:ext cx="20003" cy="19132"/>
            </a:xfrm>
            <a:custGeom>
              <a:avLst/>
              <a:gdLst/>
              <a:ahLst/>
              <a:cxnLst/>
              <a:rect r="r" b="b" t="t" l="l"/>
              <a:pathLst>
                <a:path h="19132" w="20003">
                  <a:moveTo>
                    <a:pt x="12034" y="359"/>
                  </a:moveTo>
                  <a:lnTo>
                    <a:pt x="13177" y="613"/>
                  </a:lnTo>
                  <a:cubicBezTo>
                    <a:pt x="18130" y="2010"/>
                    <a:pt x="21051" y="7217"/>
                    <a:pt x="19654" y="12297"/>
                  </a:cubicBezTo>
                  <a:cubicBezTo>
                    <a:pt x="18257" y="17377"/>
                    <a:pt x="13050" y="20171"/>
                    <a:pt x="7970" y="18774"/>
                  </a:cubicBezTo>
                  <a:lnTo>
                    <a:pt x="6827" y="18520"/>
                  </a:lnTo>
                  <a:cubicBezTo>
                    <a:pt x="1874" y="17123"/>
                    <a:pt x="-1047" y="11916"/>
                    <a:pt x="350" y="6836"/>
                  </a:cubicBezTo>
                  <a:cubicBezTo>
                    <a:pt x="1747" y="1756"/>
                    <a:pt x="6954" y="-1038"/>
                    <a:pt x="12034" y="359"/>
                  </a:cubicBezTo>
                  <a:close/>
                </a:path>
              </a:pathLst>
            </a:custGeom>
            <a:solidFill>
              <a:srgbClr val="84C1FA"/>
            </a:solidFill>
          </p:spPr>
        </p:sp>
        <p:sp>
          <p:nvSpPr>
            <p:cNvPr name="Freeform 43" id="43"/>
            <p:cNvSpPr/>
            <p:nvPr/>
          </p:nvSpPr>
          <p:spPr>
            <a:xfrm flipH="false" flipV="false" rot="0">
              <a:off x="288800" y="358143"/>
              <a:ext cx="76836" cy="18796"/>
            </a:xfrm>
            <a:custGeom>
              <a:avLst/>
              <a:gdLst/>
              <a:ahLst/>
              <a:cxnLst/>
              <a:rect r="r" b="b" t="t" l="l"/>
              <a:pathLst>
                <a:path h="18796" w="76836">
                  <a:moveTo>
                    <a:pt x="9398" y="0"/>
                  </a:moveTo>
                  <a:lnTo>
                    <a:pt x="67438" y="0"/>
                  </a:lnTo>
                  <a:cubicBezTo>
                    <a:pt x="72645" y="0"/>
                    <a:pt x="76836" y="4191"/>
                    <a:pt x="76836" y="9398"/>
                  </a:cubicBezTo>
                  <a:cubicBezTo>
                    <a:pt x="76836" y="14605"/>
                    <a:pt x="72645" y="18796"/>
                    <a:pt x="67438" y="18796"/>
                  </a:cubicBezTo>
                  <a:lnTo>
                    <a:pt x="9398" y="18796"/>
                  </a:lnTo>
                  <a:cubicBezTo>
                    <a:pt x="4191" y="18796"/>
                    <a:pt x="0" y="14605"/>
                    <a:pt x="0" y="9398"/>
                  </a:cubicBezTo>
                  <a:cubicBezTo>
                    <a:pt x="0" y="4191"/>
                    <a:pt x="4191" y="0"/>
                    <a:pt x="9398" y="0"/>
                  </a:cubicBezTo>
                  <a:close/>
                </a:path>
              </a:pathLst>
            </a:custGeom>
            <a:solidFill>
              <a:srgbClr val="84C1FA"/>
            </a:solidFill>
          </p:spPr>
        </p:sp>
        <p:sp>
          <p:nvSpPr>
            <p:cNvPr name="Freeform 44" id="44"/>
            <p:cNvSpPr/>
            <p:nvPr/>
          </p:nvSpPr>
          <p:spPr>
            <a:xfrm flipH="false" flipV="false" rot="0">
              <a:off x="143505" y="174143"/>
              <a:ext cx="98437" cy="31067"/>
            </a:xfrm>
            <a:custGeom>
              <a:avLst/>
              <a:gdLst/>
              <a:ahLst/>
              <a:cxnLst/>
              <a:rect r="r" b="b" t="t" l="l"/>
              <a:pathLst>
                <a:path h="31067" w="98437">
                  <a:moveTo>
                    <a:pt x="90431" y="18772"/>
                  </a:moveTo>
                  <a:lnTo>
                    <a:pt x="10928" y="30964"/>
                  </a:lnTo>
                  <a:cubicBezTo>
                    <a:pt x="5721" y="31726"/>
                    <a:pt x="1022" y="28170"/>
                    <a:pt x="133" y="23090"/>
                  </a:cubicBezTo>
                  <a:cubicBezTo>
                    <a:pt x="-756" y="18010"/>
                    <a:pt x="2927" y="13184"/>
                    <a:pt x="8007" y="12295"/>
                  </a:cubicBezTo>
                  <a:lnTo>
                    <a:pt x="87510" y="102"/>
                  </a:lnTo>
                  <a:cubicBezTo>
                    <a:pt x="92717" y="-660"/>
                    <a:pt x="97416" y="2896"/>
                    <a:pt x="98305" y="7976"/>
                  </a:cubicBezTo>
                  <a:cubicBezTo>
                    <a:pt x="99194" y="13057"/>
                    <a:pt x="95511" y="17883"/>
                    <a:pt x="90431" y="18772"/>
                  </a:cubicBezTo>
                  <a:close/>
                </a:path>
              </a:pathLst>
            </a:custGeom>
            <a:solidFill>
              <a:srgbClr val="84C1FA"/>
            </a:solidFill>
          </p:spPr>
        </p:sp>
        <p:sp>
          <p:nvSpPr>
            <p:cNvPr name="Freeform 45" id="45"/>
            <p:cNvSpPr/>
            <p:nvPr/>
          </p:nvSpPr>
          <p:spPr>
            <a:xfrm flipH="false" flipV="false" rot="0">
              <a:off x="359143" y="290705"/>
              <a:ext cx="38894" cy="71502"/>
            </a:xfrm>
            <a:custGeom>
              <a:avLst/>
              <a:gdLst/>
              <a:ahLst/>
              <a:cxnLst/>
              <a:rect r="r" b="b" t="t" l="l"/>
              <a:pathLst>
                <a:path h="71502" w="38894">
                  <a:moveTo>
                    <a:pt x="651" y="58675"/>
                  </a:moveTo>
                  <a:lnTo>
                    <a:pt x="20590" y="6096"/>
                  </a:lnTo>
                  <a:cubicBezTo>
                    <a:pt x="22495" y="1270"/>
                    <a:pt x="27829" y="-1270"/>
                    <a:pt x="32782" y="635"/>
                  </a:cubicBezTo>
                  <a:cubicBezTo>
                    <a:pt x="37735" y="2540"/>
                    <a:pt x="40148" y="7874"/>
                    <a:pt x="38243" y="12827"/>
                  </a:cubicBezTo>
                  <a:lnTo>
                    <a:pt x="18304" y="65406"/>
                  </a:lnTo>
                  <a:cubicBezTo>
                    <a:pt x="16399" y="70232"/>
                    <a:pt x="11065" y="72772"/>
                    <a:pt x="6112" y="70867"/>
                  </a:cubicBezTo>
                  <a:cubicBezTo>
                    <a:pt x="1159" y="68962"/>
                    <a:pt x="-1254" y="63628"/>
                    <a:pt x="651" y="58675"/>
                  </a:cubicBezTo>
                  <a:close/>
                </a:path>
              </a:pathLst>
            </a:custGeom>
            <a:solidFill>
              <a:srgbClr val="84C1FA"/>
            </a:solidFill>
          </p:spPr>
        </p:sp>
        <p:sp>
          <p:nvSpPr>
            <p:cNvPr name="Freeform 46" id="46"/>
            <p:cNvSpPr/>
            <p:nvPr/>
          </p:nvSpPr>
          <p:spPr>
            <a:xfrm flipH="false" flipV="false" rot="0">
              <a:off x="95556" y="186174"/>
              <a:ext cx="66857" cy="47838"/>
            </a:xfrm>
            <a:custGeom>
              <a:avLst/>
              <a:gdLst/>
              <a:ahLst/>
              <a:cxnLst/>
              <a:rect r="r" b="b" t="t" l="l"/>
              <a:pathLst>
                <a:path h="47838" w="66857">
                  <a:moveTo>
                    <a:pt x="58877" y="18679"/>
                  </a:moveTo>
                  <a:cubicBezTo>
                    <a:pt x="50495" y="20076"/>
                    <a:pt x="42748" y="22870"/>
                    <a:pt x="35509" y="27315"/>
                  </a:cubicBezTo>
                  <a:lnTo>
                    <a:pt x="30683" y="19314"/>
                  </a:lnTo>
                  <a:lnTo>
                    <a:pt x="35509" y="27315"/>
                  </a:lnTo>
                  <a:cubicBezTo>
                    <a:pt x="28270" y="31760"/>
                    <a:pt x="22047" y="37348"/>
                    <a:pt x="16967" y="44079"/>
                  </a:cubicBezTo>
                  <a:cubicBezTo>
                    <a:pt x="13792" y="48270"/>
                    <a:pt x="7950" y="49032"/>
                    <a:pt x="3759" y="45984"/>
                  </a:cubicBezTo>
                  <a:cubicBezTo>
                    <a:pt x="-432" y="42936"/>
                    <a:pt x="-1194" y="36967"/>
                    <a:pt x="1854" y="32776"/>
                  </a:cubicBezTo>
                  <a:cubicBezTo>
                    <a:pt x="8458" y="24013"/>
                    <a:pt x="16332" y="16901"/>
                    <a:pt x="25730" y="11186"/>
                  </a:cubicBezTo>
                  <a:cubicBezTo>
                    <a:pt x="35001" y="5598"/>
                    <a:pt x="45161" y="1788"/>
                    <a:pt x="55956" y="137"/>
                  </a:cubicBezTo>
                  <a:cubicBezTo>
                    <a:pt x="61036" y="-752"/>
                    <a:pt x="65989" y="2804"/>
                    <a:pt x="66751" y="7884"/>
                  </a:cubicBezTo>
                  <a:cubicBezTo>
                    <a:pt x="67513" y="12964"/>
                    <a:pt x="64084" y="17917"/>
                    <a:pt x="59004" y="18679"/>
                  </a:cubicBezTo>
                  <a:close/>
                </a:path>
              </a:pathLst>
            </a:custGeom>
            <a:solidFill>
              <a:srgbClr val="84C1FA"/>
            </a:solidFill>
          </p:spPr>
        </p:sp>
        <p:sp>
          <p:nvSpPr>
            <p:cNvPr name="Freeform 47" id="47"/>
            <p:cNvSpPr/>
            <p:nvPr/>
          </p:nvSpPr>
          <p:spPr>
            <a:xfrm flipH="false" flipV="false" rot="0">
              <a:off x="393830" y="299468"/>
              <a:ext cx="34672" cy="60453"/>
            </a:xfrm>
            <a:custGeom>
              <a:avLst/>
              <a:gdLst/>
              <a:ahLst/>
              <a:cxnLst/>
              <a:rect r="r" b="b" t="t" l="l"/>
              <a:pathLst>
                <a:path h="60453" w="34672">
                  <a:moveTo>
                    <a:pt x="18288" y="6097"/>
                  </a:moveTo>
                  <a:lnTo>
                    <a:pt x="34037" y="47626"/>
                  </a:lnTo>
                  <a:cubicBezTo>
                    <a:pt x="35942" y="52452"/>
                    <a:pt x="33402" y="57913"/>
                    <a:pt x="28576" y="59818"/>
                  </a:cubicBezTo>
                  <a:cubicBezTo>
                    <a:pt x="23750" y="61723"/>
                    <a:pt x="18288" y="59183"/>
                    <a:pt x="16383" y="54357"/>
                  </a:cubicBezTo>
                  <a:lnTo>
                    <a:pt x="635" y="12828"/>
                  </a:lnTo>
                  <a:cubicBezTo>
                    <a:pt x="-1270" y="8002"/>
                    <a:pt x="1270" y="2540"/>
                    <a:pt x="6096" y="635"/>
                  </a:cubicBezTo>
                  <a:cubicBezTo>
                    <a:pt x="10922" y="-1270"/>
                    <a:pt x="16383" y="1270"/>
                    <a:pt x="18288" y="6097"/>
                  </a:cubicBezTo>
                  <a:close/>
                </a:path>
              </a:pathLst>
            </a:custGeom>
            <a:solidFill>
              <a:srgbClr val="84C1FA"/>
            </a:solidFill>
          </p:spPr>
        </p:sp>
        <p:sp>
          <p:nvSpPr>
            <p:cNvPr name="Freeform 48" id="48"/>
            <p:cNvSpPr/>
            <p:nvPr/>
          </p:nvSpPr>
          <p:spPr>
            <a:xfrm flipH="false" flipV="false" rot="0">
              <a:off x="425073" y="358016"/>
              <a:ext cx="80011" cy="18923"/>
            </a:xfrm>
            <a:custGeom>
              <a:avLst/>
              <a:gdLst/>
              <a:ahLst/>
              <a:cxnLst/>
              <a:rect r="r" b="b" t="t" l="l"/>
              <a:pathLst>
                <a:path h="18923" w="80011">
                  <a:moveTo>
                    <a:pt x="9398" y="0"/>
                  </a:moveTo>
                  <a:lnTo>
                    <a:pt x="70612" y="127"/>
                  </a:lnTo>
                  <a:cubicBezTo>
                    <a:pt x="75819" y="127"/>
                    <a:pt x="80010" y="4318"/>
                    <a:pt x="80010" y="9525"/>
                  </a:cubicBezTo>
                  <a:cubicBezTo>
                    <a:pt x="80010" y="14732"/>
                    <a:pt x="75819" y="18923"/>
                    <a:pt x="70612" y="18923"/>
                  </a:cubicBezTo>
                  <a:lnTo>
                    <a:pt x="9398" y="18796"/>
                  </a:lnTo>
                  <a:cubicBezTo>
                    <a:pt x="4191" y="18796"/>
                    <a:pt x="0" y="14605"/>
                    <a:pt x="0" y="9398"/>
                  </a:cubicBezTo>
                  <a:cubicBezTo>
                    <a:pt x="0" y="4191"/>
                    <a:pt x="4191" y="0"/>
                    <a:pt x="9398" y="0"/>
                  </a:cubicBezTo>
                  <a:close/>
                </a:path>
              </a:pathLst>
            </a:custGeom>
            <a:solidFill>
              <a:srgbClr val="84C1FA"/>
            </a:solidFill>
          </p:spPr>
        </p:sp>
        <p:sp>
          <p:nvSpPr>
            <p:cNvPr name="Freeform 49" id="49"/>
            <p:cNvSpPr/>
            <p:nvPr/>
          </p:nvSpPr>
          <p:spPr>
            <a:xfrm flipH="false" flipV="false" rot="0">
              <a:off x="440469" y="373793"/>
              <a:ext cx="62681" cy="53283"/>
            </a:xfrm>
            <a:custGeom>
              <a:avLst/>
              <a:gdLst/>
              <a:ahLst/>
              <a:cxnLst/>
              <a:rect r="r" b="b" t="t" l="l"/>
              <a:pathLst>
                <a:path h="53283" w="62681">
                  <a:moveTo>
                    <a:pt x="59026" y="16862"/>
                  </a:moveTo>
                  <a:lnTo>
                    <a:pt x="15211" y="51280"/>
                  </a:lnTo>
                  <a:cubicBezTo>
                    <a:pt x="11147" y="54455"/>
                    <a:pt x="5178" y="53820"/>
                    <a:pt x="2003" y="49628"/>
                  </a:cubicBezTo>
                  <a:cubicBezTo>
                    <a:pt x="-1172" y="45437"/>
                    <a:pt x="-537" y="39595"/>
                    <a:pt x="3654" y="36420"/>
                  </a:cubicBezTo>
                  <a:lnTo>
                    <a:pt x="47469" y="2003"/>
                  </a:lnTo>
                  <a:cubicBezTo>
                    <a:pt x="51533" y="-1172"/>
                    <a:pt x="57502" y="-537"/>
                    <a:pt x="60677" y="3654"/>
                  </a:cubicBezTo>
                  <a:cubicBezTo>
                    <a:pt x="63852" y="7845"/>
                    <a:pt x="63217" y="13687"/>
                    <a:pt x="59026" y="16862"/>
                  </a:cubicBezTo>
                  <a:close/>
                </a:path>
              </a:pathLst>
            </a:custGeom>
            <a:solidFill>
              <a:srgbClr val="84C1FA"/>
            </a:solidFill>
          </p:spPr>
        </p:sp>
        <p:sp>
          <p:nvSpPr>
            <p:cNvPr name="Freeform 50" id="50"/>
            <p:cNvSpPr/>
            <p:nvPr/>
          </p:nvSpPr>
          <p:spPr>
            <a:xfrm flipH="false" flipV="false" rot="0">
              <a:off x="437484" y="426053"/>
              <a:ext cx="36266" cy="76271"/>
            </a:xfrm>
            <a:custGeom>
              <a:avLst/>
              <a:gdLst/>
              <a:ahLst/>
              <a:cxnLst/>
              <a:rect r="r" b="b" t="t" l="l"/>
              <a:pathLst>
                <a:path h="76271" w="36266">
                  <a:moveTo>
                    <a:pt x="18450" y="6640"/>
                  </a:moveTo>
                  <a:lnTo>
                    <a:pt x="35849" y="64044"/>
                  </a:lnTo>
                  <a:cubicBezTo>
                    <a:pt x="37373" y="68997"/>
                    <a:pt x="34579" y="74331"/>
                    <a:pt x="29626" y="75855"/>
                  </a:cubicBezTo>
                  <a:cubicBezTo>
                    <a:pt x="24673" y="77379"/>
                    <a:pt x="19339" y="74585"/>
                    <a:pt x="17815" y="69632"/>
                  </a:cubicBezTo>
                  <a:lnTo>
                    <a:pt x="416" y="12228"/>
                  </a:lnTo>
                  <a:cubicBezTo>
                    <a:pt x="-1108" y="7275"/>
                    <a:pt x="1686" y="1941"/>
                    <a:pt x="6639" y="416"/>
                  </a:cubicBezTo>
                  <a:cubicBezTo>
                    <a:pt x="11592" y="-1108"/>
                    <a:pt x="16926" y="1687"/>
                    <a:pt x="18450" y="6640"/>
                  </a:cubicBezTo>
                  <a:close/>
                </a:path>
              </a:pathLst>
            </a:custGeom>
            <a:solidFill>
              <a:srgbClr val="84C1FA"/>
            </a:solidFill>
          </p:spPr>
        </p:sp>
        <p:sp>
          <p:nvSpPr>
            <p:cNvPr name="Freeform 51" id="51"/>
            <p:cNvSpPr/>
            <p:nvPr/>
          </p:nvSpPr>
          <p:spPr>
            <a:xfrm flipH="false" flipV="false" rot="0">
              <a:off x="395248" y="455863"/>
              <a:ext cx="65236" cy="51451"/>
            </a:xfrm>
            <a:custGeom>
              <a:avLst/>
              <a:gdLst/>
              <a:ahLst/>
              <a:cxnLst/>
              <a:rect r="r" b="b" t="t" l="l"/>
              <a:pathLst>
                <a:path h="51451" w="65236">
                  <a:moveTo>
                    <a:pt x="50399" y="49728"/>
                  </a:moveTo>
                  <a:lnTo>
                    <a:pt x="4043" y="17089"/>
                  </a:lnTo>
                  <a:cubicBezTo>
                    <a:pt x="-275" y="14041"/>
                    <a:pt x="-1291" y="8199"/>
                    <a:pt x="1757" y="4008"/>
                  </a:cubicBezTo>
                  <a:cubicBezTo>
                    <a:pt x="4805" y="-183"/>
                    <a:pt x="10647" y="-1326"/>
                    <a:pt x="14838" y="1722"/>
                  </a:cubicBezTo>
                  <a:lnTo>
                    <a:pt x="61194" y="34361"/>
                  </a:lnTo>
                  <a:cubicBezTo>
                    <a:pt x="65512" y="37409"/>
                    <a:pt x="66528" y="43251"/>
                    <a:pt x="63480" y="47442"/>
                  </a:cubicBezTo>
                  <a:cubicBezTo>
                    <a:pt x="60432" y="51633"/>
                    <a:pt x="54590" y="52776"/>
                    <a:pt x="50399" y="49728"/>
                  </a:cubicBezTo>
                  <a:close/>
                </a:path>
              </a:pathLst>
            </a:custGeom>
            <a:solidFill>
              <a:srgbClr val="84C1FA"/>
            </a:solidFill>
          </p:spPr>
        </p:sp>
        <p:sp>
          <p:nvSpPr>
            <p:cNvPr name="Freeform 52" id="52"/>
            <p:cNvSpPr/>
            <p:nvPr/>
          </p:nvSpPr>
          <p:spPr>
            <a:xfrm flipH="false" flipV="false" rot="0">
              <a:off x="333616" y="454085"/>
              <a:ext cx="62008" cy="49165"/>
            </a:xfrm>
            <a:custGeom>
              <a:avLst/>
              <a:gdLst/>
              <a:ahLst/>
              <a:cxnLst/>
              <a:rect r="r" b="b" t="t" l="l"/>
              <a:pathLst>
                <a:path h="49165" w="62008">
                  <a:moveTo>
                    <a:pt x="58055" y="17089"/>
                  </a:moveTo>
                  <a:lnTo>
                    <a:pt x="14748" y="47442"/>
                  </a:lnTo>
                  <a:cubicBezTo>
                    <a:pt x="10430" y="50490"/>
                    <a:pt x="4588" y="49347"/>
                    <a:pt x="1667" y="45156"/>
                  </a:cubicBezTo>
                  <a:cubicBezTo>
                    <a:pt x="-1254" y="40965"/>
                    <a:pt x="-238" y="34996"/>
                    <a:pt x="3953" y="32075"/>
                  </a:cubicBezTo>
                  <a:lnTo>
                    <a:pt x="47260" y="1722"/>
                  </a:lnTo>
                  <a:cubicBezTo>
                    <a:pt x="51578" y="-1326"/>
                    <a:pt x="57420" y="-183"/>
                    <a:pt x="60341" y="4008"/>
                  </a:cubicBezTo>
                  <a:cubicBezTo>
                    <a:pt x="63262" y="8199"/>
                    <a:pt x="62246" y="14168"/>
                    <a:pt x="58055" y="17089"/>
                  </a:cubicBezTo>
                  <a:close/>
                </a:path>
              </a:pathLst>
            </a:custGeom>
            <a:solidFill>
              <a:srgbClr val="84C1FA"/>
            </a:solidFill>
          </p:spPr>
        </p:sp>
        <p:sp>
          <p:nvSpPr>
            <p:cNvPr name="Freeform 53" id="53"/>
            <p:cNvSpPr/>
            <p:nvPr/>
          </p:nvSpPr>
          <p:spPr>
            <a:xfrm flipH="false" flipV="false" rot="0">
              <a:off x="95124" y="233555"/>
              <a:ext cx="19050" cy="89282"/>
            </a:xfrm>
            <a:custGeom>
              <a:avLst/>
              <a:gdLst/>
              <a:ahLst/>
              <a:cxnLst/>
              <a:rect r="r" b="b" t="t" l="l"/>
              <a:pathLst>
                <a:path h="89282" w="19050">
                  <a:moveTo>
                    <a:pt x="18796" y="9398"/>
                  </a:moveTo>
                  <a:lnTo>
                    <a:pt x="19050" y="79884"/>
                  </a:lnTo>
                  <a:cubicBezTo>
                    <a:pt x="19050" y="85091"/>
                    <a:pt x="14859" y="89282"/>
                    <a:pt x="9652" y="89282"/>
                  </a:cubicBezTo>
                  <a:cubicBezTo>
                    <a:pt x="4445" y="89282"/>
                    <a:pt x="254" y="85091"/>
                    <a:pt x="254" y="79884"/>
                  </a:cubicBezTo>
                  <a:lnTo>
                    <a:pt x="0" y="9398"/>
                  </a:lnTo>
                  <a:cubicBezTo>
                    <a:pt x="0" y="4191"/>
                    <a:pt x="4191" y="0"/>
                    <a:pt x="9398" y="0"/>
                  </a:cubicBezTo>
                  <a:cubicBezTo>
                    <a:pt x="14605" y="0"/>
                    <a:pt x="18796" y="4191"/>
                    <a:pt x="18796" y="9398"/>
                  </a:cubicBezTo>
                  <a:close/>
                </a:path>
              </a:pathLst>
            </a:custGeom>
            <a:solidFill>
              <a:srgbClr val="84C1FA"/>
            </a:solidFill>
          </p:spPr>
        </p:sp>
      </p:grpSp>
      <p:grpSp>
        <p:nvGrpSpPr>
          <p:cNvPr name="Group 54" id="54"/>
          <p:cNvGrpSpPr/>
          <p:nvPr/>
        </p:nvGrpSpPr>
        <p:grpSpPr>
          <a:xfrm rot="0">
            <a:off x="6555222" y="3763662"/>
            <a:ext cx="658200" cy="917980"/>
            <a:chOff x="0" y="0"/>
            <a:chExt cx="412001" cy="574612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135066" y="434407"/>
              <a:ext cx="66289" cy="76703"/>
            </a:xfrm>
            <a:custGeom>
              <a:avLst/>
              <a:gdLst/>
              <a:ahLst/>
              <a:cxnLst/>
              <a:rect r="r" b="b" t="t" l="l"/>
              <a:pathLst>
                <a:path h="76703" w="66289">
                  <a:moveTo>
                    <a:pt x="2220" y="61148"/>
                  </a:moveTo>
                  <a:lnTo>
                    <a:pt x="49464" y="3490"/>
                  </a:lnTo>
                  <a:cubicBezTo>
                    <a:pt x="52766" y="-574"/>
                    <a:pt x="58735" y="-1209"/>
                    <a:pt x="62799" y="2220"/>
                  </a:cubicBezTo>
                  <a:cubicBezTo>
                    <a:pt x="66863" y="5649"/>
                    <a:pt x="67498" y="11491"/>
                    <a:pt x="64069" y="15555"/>
                  </a:cubicBezTo>
                  <a:lnTo>
                    <a:pt x="16825" y="73213"/>
                  </a:lnTo>
                  <a:cubicBezTo>
                    <a:pt x="13523" y="77277"/>
                    <a:pt x="7554" y="77912"/>
                    <a:pt x="3490" y="74483"/>
                  </a:cubicBezTo>
                  <a:cubicBezTo>
                    <a:pt x="-574" y="71054"/>
                    <a:pt x="-1209" y="65212"/>
                    <a:pt x="2220" y="61148"/>
                  </a:cubicBezTo>
                  <a:close/>
                </a:path>
              </a:pathLst>
            </a:custGeom>
            <a:solidFill>
              <a:srgbClr val="84C1FA"/>
            </a:solidFill>
          </p:spPr>
        </p:sp>
        <p:sp>
          <p:nvSpPr>
            <p:cNvPr name="Freeform 56" id="56"/>
            <p:cNvSpPr/>
            <p:nvPr/>
          </p:nvSpPr>
          <p:spPr>
            <a:xfrm flipH="false" flipV="false" rot="0">
              <a:off x="306215" y="242852"/>
              <a:ext cx="42371" cy="59643"/>
            </a:xfrm>
            <a:custGeom>
              <a:avLst/>
              <a:gdLst/>
              <a:ahLst/>
              <a:cxnLst/>
              <a:rect r="r" b="b" t="t" l="l"/>
              <a:pathLst>
                <a:path h="59643" w="42371">
                  <a:moveTo>
                    <a:pt x="2012" y="44296"/>
                  </a:moveTo>
                  <a:cubicBezTo>
                    <a:pt x="14839" y="28294"/>
                    <a:pt x="19665" y="21309"/>
                    <a:pt x="21824" y="16610"/>
                  </a:cubicBezTo>
                  <a:lnTo>
                    <a:pt x="30460" y="20547"/>
                  </a:lnTo>
                  <a:lnTo>
                    <a:pt x="21189" y="18515"/>
                  </a:lnTo>
                  <a:lnTo>
                    <a:pt x="23602" y="7466"/>
                  </a:lnTo>
                  <a:cubicBezTo>
                    <a:pt x="24745" y="2386"/>
                    <a:pt x="29825" y="-916"/>
                    <a:pt x="34905" y="227"/>
                  </a:cubicBezTo>
                  <a:cubicBezTo>
                    <a:pt x="39985" y="1370"/>
                    <a:pt x="43287" y="6450"/>
                    <a:pt x="42144" y="11530"/>
                  </a:cubicBezTo>
                  <a:lnTo>
                    <a:pt x="39731" y="22579"/>
                  </a:lnTo>
                  <a:cubicBezTo>
                    <a:pt x="39604" y="23214"/>
                    <a:pt x="39350" y="23849"/>
                    <a:pt x="39096" y="24484"/>
                  </a:cubicBezTo>
                  <a:cubicBezTo>
                    <a:pt x="35794" y="31723"/>
                    <a:pt x="29317" y="40486"/>
                    <a:pt x="16871" y="56107"/>
                  </a:cubicBezTo>
                  <a:cubicBezTo>
                    <a:pt x="13569" y="60171"/>
                    <a:pt x="7600" y="60806"/>
                    <a:pt x="3536" y="57631"/>
                  </a:cubicBezTo>
                  <a:cubicBezTo>
                    <a:pt x="-528" y="54456"/>
                    <a:pt x="-1162" y="48360"/>
                    <a:pt x="2012" y="44296"/>
                  </a:cubicBezTo>
                  <a:close/>
                </a:path>
              </a:pathLst>
            </a:custGeom>
            <a:solidFill>
              <a:srgbClr val="84C1FA"/>
            </a:solidFill>
          </p:spPr>
        </p:sp>
        <p:sp>
          <p:nvSpPr>
            <p:cNvPr name="Freeform 57" id="57"/>
            <p:cNvSpPr/>
            <p:nvPr/>
          </p:nvSpPr>
          <p:spPr>
            <a:xfrm flipH="false" flipV="false" rot="0">
              <a:off x="121444" y="397350"/>
              <a:ext cx="45722" cy="105666"/>
            </a:xfrm>
            <a:custGeom>
              <a:avLst/>
              <a:gdLst/>
              <a:ahLst/>
              <a:cxnLst/>
              <a:rect r="r" b="b" t="t" l="l"/>
              <a:pathLst>
                <a:path h="105666" w="45722">
                  <a:moveTo>
                    <a:pt x="475" y="93252"/>
                  </a:moveTo>
                  <a:cubicBezTo>
                    <a:pt x="8476" y="68233"/>
                    <a:pt x="17366" y="39404"/>
                    <a:pt x="27145" y="6765"/>
                  </a:cubicBezTo>
                  <a:cubicBezTo>
                    <a:pt x="28669" y="1685"/>
                    <a:pt x="33876" y="-1109"/>
                    <a:pt x="38956" y="415"/>
                  </a:cubicBezTo>
                  <a:cubicBezTo>
                    <a:pt x="44036" y="1939"/>
                    <a:pt x="46830" y="7146"/>
                    <a:pt x="45306" y="12226"/>
                  </a:cubicBezTo>
                  <a:cubicBezTo>
                    <a:pt x="35527" y="44992"/>
                    <a:pt x="26510" y="73948"/>
                    <a:pt x="18509" y="99094"/>
                  </a:cubicBezTo>
                  <a:cubicBezTo>
                    <a:pt x="16858" y="104047"/>
                    <a:pt x="11524" y="106841"/>
                    <a:pt x="6571" y="105190"/>
                  </a:cubicBezTo>
                  <a:cubicBezTo>
                    <a:pt x="1618" y="103539"/>
                    <a:pt x="-1176" y="98205"/>
                    <a:pt x="475" y="93252"/>
                  </a:cubicBezTo>
                  <a:close/>
                </a:path>
              </a:pathLst>
            </a:custGeom>
            <a:solidFill>
              <a:srgbClr val="84C1FA"/>
            </a:solidFill>
          </p:spPr>
        </p:sp>
        <p:sp>
          <p:nvSpPr>
            <p:cNvPr name="Freeform 58" id="58"/>
            <p:cNvSpPr/>
            <p:nvPr/>
          </p:nvSpPr>
          <p:spPr>
            <a:xfrm flipH="false" flipV="false" rot="0">
              <a:off x="161636" y="314418"/>
              <a:ext cx="25337" cy="43066"/>
            </a:xfrm>
            <a:custGeom>
              <a:avLst/>
              <a:gdLst/>
              <a:ahLst/>
              <a:cxnLst/>
              <a:rect r="r" b="b" t="t" l="l"/>
              <a:pathLst>
                <a:path h="43066" w="25337">
                  <a:moveTo>
                    <a:pt x="4987" y="31531"/>
                  </a:moveTo>
                  <a:cubicBezTo>
                    <a:pt x="6765" y="23911"/>
                    <a:pt x="6511" y="21244"/>
                    <a:pt x="6384" y="20863"/>
                  </a:cubicBezTo>
                  <a:lnTo>
                    <a:pt x="15782" y="19212"/>
                  </a:lnTo>
                  <a:lnTo>
                    <a:pt x="7019" y="23022"/>
                  </a:lnTo>
                  <a:cubicBezTo>
                    <a:pt x="6257" y="21244"/>
                    <a:pt x="4733" y="18831"/>
                    <a:pt x="2066" y="15402"/>
                  </a:cubicBezTo>
                  <a:cubicBezTo>
                    <a:pt x="-1236" y="11338"/>
                    <a:pt x="-474" y="5369"/>
                    <a:pt x="3590" y="2067"/>
                  </a:cubicBezTo>
                  <a:cubicBezTo>
                    <a:pt x="7654" y="-1235"/>
                    <a:pt x="13623" y="-473"/>
                    <a:pt x="16925" y="3591"/>
                  </a:cubicBezTo>
                  <a:cubicBezTo>
                    <a:pt x="20227" y="7655"/>
                    <a:pt x="22767" y="11592"/>
                    <a:pt x="24418" y="15402"/>
                  </a:cubicBezTo>
                  <a:cubicBezTo>
                    <a:pt x="24672" y="16037"/>
                    <a:pt x="24926" y="16799"/>
                    <a:pt x="25053" y="17561"/>
                  </a:cubicBezTo>
                  <a:cubicBezTo>
                    <a:pt x="25053" y="17561"/>
                    <a:pt x="25053" y="17561"/>
                    <a:pt x="25053" y="17688"/>
                  </a:cubicBezTo>
                  <a:cubicBezTo>
                    <a:pt x="25688" y="21752"/>
                    <a:pt x="25307" y="27467"/>
                    <a:pt x="23402" y="35722"/>
                  </a:cubicBezTo>
                  <a:cubicBezTo>
                    <a:pt x="22259" y="40802"/>
                    <a:pt x="17179" y="43977"/>
                    <a:pt x="11972" y="42834"/>
                  </a:cubicBezTo>
                  <a:cubicBezTo>
                    <a:pt x="6765" y="41691"/>
                    <a:pt x="3717" y="36611"/>
                    <a:pt x="4860" y="31404"/>
                  </a:cubicBezTo>
                  <a:close/>
                </a:path>
              </a:pathLst>
            </a:custGeom>
            <a:solidFill>
              <a:srgbClr val="84C1FA"/>
            </a:solidFill>
          </p:spPr>
        </p:sp>
        <p:sp>
          <p:nvSpPr>
            <p:cNvPr name="Freeform 59" id="59"/>
            <p:cNvSpPr/>
            <p:nvPr/>
          </p:nvSpPr>
          <p:spPr>
            <a:xfrm flipH="false" flipV="false" rot="0">
              <a:off x="63532" y="309024"/>
              <a:ext cx="116945" cy="24363"/>
            </a:xfrm>
            <a:custGeom>
              <a:avLst/>
              <a:gdLst/>
              <a:ahLst/>
              <a:cxnLst/>
              <a:rect r="r" b="b" t="t" l="l"/>
              <a:pathLst>
                <a:path h="24363" w="116945">
                  <a:moveTo>
                    <a:pt x="107155" y="24352"/>
                  </a:moveTo>
                  <a:cubicBezTo>
                    <a:pt x="103599" y="24225"/>
                    <a:pt x="90772" y="24098"/>
                    <a:pt x="75786" y="23971"/>
                  </a:cubicBezTo>
                  <a:cubicBezTo>
                    <a:pt x="56863" y="23844"/>
                    <a:pt x="34639" y="23590"/>
                    <a:pt x="26384" y="23209"/>
                  </a:cubicBezTo>
                  <a:cubicBezTo>
                    <a:pt x="25241" y="23209"/>
                    <a:pt x="23971" y="23082"/>
                    <a:pt x="23082" y="22955"/>
                  </a:cubicBezTo>
                  <a:cubicBezTo>
                    <a:pt x="22955" y="22955"/>
                    <a:pt x="22701" y="22955"/>
                    <a:pt x="22574" y="22828"/>
                  </a:cubicBezTo>
                  <a:cubicBezTo>
                    <a:pt x="22193" y="22828"/>
                    <a:pt x="21812" y="22701"/>
                    <a:pt x="21431" y="22574"/>
                  </a:cubicBezTo>
                  <a:lnTo>
                    <a:pt x="6953" y="18637"/>
                  </a:lnTo>
                  <a:cubicBezTo>
                    <a:pt x="1873" y="17240"/>
                    <a:pt x="-1048" y="12033"/>
                    <a:pt x="349" y="6953"/>
                  </a:cubicBezTo>
                  <a:cubicBezTo>
                    <a:pt x="1746" y="1873"/>
                    <a:pt x="6953" y="-1048"/>
                    <a:pt x="12033" y="349"/>
                  </a:cubicBezTo>
                  <a:lnTo>
                    <a:pt x="26638" y="4413"/>
                  </a:lnTo>
                  <a:lnTo>
                    <a:pt x="24098" y="13557"/>
                  </a:lnTo>
                  <a:lnTo>
                    <a:pt x="25495" y="4159"/>
                  </a:lnTo>
                  <a:cubicBezTo>
                    <a:pt x="25495" y="4159"/>
                    <a:pt x="25368" y="4159"/>
                    <a:pt x="25368" y="4159"/>
                  </a:cubicBezTo>
                  <a:cubicBezTo>
                    <a:pt x="25495" y="4159"/>
                    <a:pt x="26130" y="4286"/>
                    <a:pt x="27273" y="4286"/>
                  </a:cubicBezTo>
                  <a:cubicBezTo>
                    <a:pt x="35020" y="4667"/>
                    <a:pt x="56736" y="4794"/>
                    <a:pt x="75913" y="5048"/>
                  </a:cubicBezTo>
                  <a:cubicBezTo>
                    <a:pt x="90518" y="5175"/>
                    <a:pt x="103980" y="5302"/>
                    <a:pt x="107917" y="5429"/>
                  </a:cubicBezTo>
                  <a:cubicBezTo>
                    <a:pt x="113124" y="5683"/>
                    <a:pt x="117188" y="10128"/>
                    <a:pt x="116934" y="15335"/>
                  </a:cubicBezTo>
                  <a:cubicBezTo>
                    <a:pt x="116680" y="20542"/>
                    <a:pt x="112235" y="24606"/>
                    <a:pt x="107028" y="24352"/>
                  </a:cubicBezTo>
                  <a:close/>
                </a:path>
              </a:pathLst>
            </a:custGeom>
            <a:solidFill>
              <a:srgbClr val="84C1FA"/>
            </a:solidFill>
          </p:spPr>
        </p:sp>
        <p:sp>
          <p:nvSpPr>
            <p:cNvPr name="Freeform 60" id="60"/>
            <p:cNvSpPr/>
            <p:nvPr/>
          </p:nvSpPr>
          <p:spPr>
            <a:xfrm flipH="false" flipV="false" rot="0">
              <a:off x="211370" y="63543"/>
              <a:ext cx="65573" cy="76368"/>
            </a:xfrm>
            <a:custGeom>
              <a:avLst/>
              <a:gdLst/>
              <a:ahLst/>
              <a:cxnLst/>
              <a:rect r="r" b="b" t="t" l="l"/>
              <a:pathLst>
                <a:path h="76368" w="65573">
                  <a:moveTo>
                    <a:pt x="63457" y="15451"/>
                  </a:moveTo>
                  <a:lnTo>
                    <a:pt x="16848" y="72855"/>
                  </a:lnTo>
                  <a:cubicBezTo>
                    <a:pt x="13546" y="76919"/>
                    <a:pt x="7577" y="77554"/>
                    <a:pt x="3513" y="74252"/>
                  </a:cubicBezTo>
                  <a:cubicBezTo>
                    <a:pt x="-551" y="70950"/>
                    <a:pt x="-1186" y="64981"/>
                    <a:pt x="2116" y="60917"/>
                  </a:cubicBezTo>
                  <a:lnTo>
                    <a:pt x="48725" y="3513"/>
                  </a:lnTo>
                  <a:cubicBezTo>
                    <a:pt x="52027" y="-551"/>
                    <a:pt x="57996" y="-1186"/>
                    <a:pt x="62060" y="2116"/>
                  </a:cubicBezTo>
                  <a:cubicBezTo>
                    <a:pt x="66124" y="5418"/>
                    <a:pt x="66759" y="11387"/>
                    <a:pt x="63457" y="15451"/>
                  </a:cubicBezTo>
                  <a:close/>
                </a:path>
              </a:pathLst>
            </a:custGeom>
            <a:solidFill>
              <a:srgbClr val="84C1FA"/>
            </a:solidFill>
          </p:spPr>
        </p:sp>
        <p:sp>
          <p:nvSpPr>
            <p:cNvPr name="Freeform 61" id="61"/>
            <p:cNvSpPr/>
            <p:nvPr/>
          </p:nvSpPr>
          <p:spPr>
            <a:xfrm flipH="false" flipV="false" rot="0">
              <a:off x="63490" y="273991"/>
              <a:ext cx="42250" cy="54061"/>
            </a:xfrm>
            <a:custGeom>
              <a:avLst/>
              <a:gdLst/>
              <a:ahLst/>
              <a:cxnLst/>
              <a:rect r="r" b="b" t="t" l="l"/>
              <a:pathLst>
                <a:path h="54061" w="42250">
                  <a:moveTo>
                    <a:pt x="40268" y="15189"/>
                  </a:moveTo>
                  <a:cubicBezTo>
                    <a:pt x="31633" y="26619"/>
                    <a:pt x="24140" y="37922"/>
                    <a:pt x="17790" y="49225"/>
                  </a:cubicBezTo>
                  <a:cubicBezTo>
                    <a:pt x="15250" y="53797"/>
                    <a:pt x="9408" y="55448"/>
                    <a:pt x="4836" y="52781"/>
                  </a:cubicBezTo>
                  <a:cubicBezTo>
                    <a:pt x="264" y="50114"/>
                    <a:pt x="-1387" y="44399"/>
                    <a:pt x="1280" y="39827"/>
                  </a:cubicBezTo>
                  <a:cubicBezTo>
                    <a:pt x="8138" y="27762"/>
                    <a:pt x="16012" y="15697"/>
                    <a:pt x="25156" y="3759"/>
                  </a:cubicBezTo>
                  <a:cubicBezTo>
                    <a:pt x="28331" y="-432"/>
                    <a:pt x="34300" y="-1194"/>
                    <a:pt x="38490" y="1854"/>
                  </a:cubicBezTo>
                  <a:cubicBezTo>
                    <a:pt x="42681" y="4902"/>
                    <a:pt x="43443" y="10998"/>
                    <a:pt x="40395" y="15189"/>
                  </a:cubicBezTo>
                  <a:close/>
                </a:path>
              </a:pathLst>
            </a:custGeom>
            <a:solidFill>
              <a:srgbClr val="84C1FA"/>
            </a:solidFill>
          </p:spPr>
        </p:sp>
        <p:sp>
          <p:nvSpPr>
            <p:cNvPr name="Freeform 62" id="62"/>
            <p:cNvSpPr/>
            <p:nvPr/>
          </p:nvSpPr>
          <p:spPr>
            <a:xfrm flipH="false" flipV="false" rot="0">
              <a:off x="228853" y="212758"/>
              <a:ext cx="43687" cy="45307"/>
            </a:xfrm>
            <a:custGeom>
              <a:avLst/>
              <a:gdLst/>
              <a:ahLst/>
              <a:cxnLst/>
              <a:rect r="r" b="b" t="t" l="l"/>
              <a:pathLst>
                <a:path h="45307" w="43687">
                  <a:moveTo>
                    <a:pt x="20447" y="12033"/>
                  </a:moveTo>
                  <a:cubicBezTo>
                    <a:pt x="19050" y="17113"/>
                    <a:pt x="18796" y="21558"/>
                    <a:pt x="19177" y="23844"/>
                  </a:cubicBezTo>
                  <a:lnTo>
                    <a:pt x="9779" y="25495"/>
                  </a:lnTo>
                  <a:lnTo>
                    <a:pt x="18161" y="21050"/>
                  </a:lnTo>
                  <a:cubicBezTo>
                    <a:pt x="19939" y="24352"/>
                    <a:pt x="20955" y="25114"/>
                    <a:pt x="21590" y="25622"/>
                  </a:cubicBezTo>
                  <a:lnTo>
                    <a:pt x="15875" y="33242"/>
                  </a:lnTo>
                  <a:lnTo>
                    <a:pt x="19685" y="24479"/>
                  </a:lnTo>
                  <a:cubicBezTo>
                    <a:pt x="22098" y="25495"/>
                    <a:pt x="24638" y="26130"/>
                    <a:pt x="34290" y="26257"/>
                  </a:cubicBezTo>
                  <a:cubicBezTo>
                    <a:pt x="39497" y="26257"/>
                    <a:pt x="43688" y="30575"/>
                    <a:pt x="43688" y="35909"/>
                  </a:cubicBezTo>
                  <a:cubicBezTo>
                    <a:pt x="43688" y="41243"/>
                    <a:pt x="39370" y="45307"/>
                    <a:pt x="34036" y="45307"/>
                  </a:cubicBezTo>
                  <a:cubicBezTo>
                    <a:pt x="23876" y="45180"/>
                    <a:pt x="18161" y="44545"/>
                    <a:pt x="12065" y="41878"/>
                  </a:cubicBezTo>
                  <a:cubicBezTo>
                    <a:pt x="11430" y="41624"/>
                    <a:pt x="10668" y="41243"/>
                    <a:pt x="10160" y="40735"/>
                  </a:cubicBezTo>
                  <a:cubicBezTo>
                    <a:pt x="6858" y="38195"/>
                    <a:pt x="4191" y="35147"/>
                    <a:pt x="1524" y="29940"/>
                  </a:cubicBezTo>
                  <a:cubicBezTo>
                    <a:pt x="1016" y="29051"/>
                    <a:pt x="762" y="28162"/>
                    <a:pt x="508" y="27146"/>
                  </a:cubicBezTo>
                  <a:cubicBezTo>
                    <a:pt x="-635" y="21050"/>
                    <a:pt x="254" y="13684"/>
                    <a:pt x="2159" y="6953"/>
                  </a:cubicBezTo>
                  <a:cubicBezTo>
                    <a:pt x="3556" y="1873"/>
                    <a:pt x="8763" y="-1048"/>
                    <a:pt x="13843" y="349"/>
                  </a:cubicBezTo>
                  <a:cubicBezTo>
                    <a:pt x="18923" y="1746"/>
                    <a:pt x="21844" y="6953"/>
                    <a:pt x="20447" y="12033"/>
                  </a:cubicBezTo>
                  <a:close/>
                </a:path>
              </a:pathLst>
            </a:custGeom>
            <a:solidFill>
              <a:srgbClr val="84C1FA"/>
            </a:solidFill>
          </p:spPr>
        </p:sp>
        <p:sp>
          <p:nvSpPr>
            <p:cNvPr name="Freeform 63" id="63"/>
            <p:cNvSpPr/>
            <p:nvPr/>
          </p:nvSpPr>
          <p:spPr>
            <a:xfrm flipH="false" flipV="false" rot="0">
              <a:off x="230724" y="74896"/>
              <a:ext cx="59885" cy="156787"/>
            </a:xfrm>
            <a:custGeom>
              <a:avLst/>
              <a:gdLst/>
              <a:ahLst/>
              <a:cxnLst/>
              <a:rect r="r" b="b" t="t" l="l"/>
              <a:pathLst>
                <a:path h="156787" w="59885">
                  <a:moveTo>
                    <a:pt x="59597" y="12226"/>
                  </a:moveTo>
                  <a:lnTo>
                    <a:pt x="18576" y="150022"/>
                  </a:lnTo>
                  <a:cubicBezTo>
                    <a:pt x="17052" y="155102"/>
                    <a:pt x="11845" y="157896"/>
                    <a:pt x="6765" y="156372"/>
                  </a:cubicBezTo>
                  <a:cubicBezTo>
                    <a:pt x="1685" y="154848"/>
                    <a:pt x="-1109" y="149641"/>
                    <a:pt x="415" y="144561"/>
                  </a:cubicBezTo>
                  <a:lnTo>
                    <a:pt x="41309" y="6765"/>
                  </a:lnTo>
                  <a:cubicBezTo>
                    <a:pt x="42833" y="1685"/>
                    <a:pt x="48040" y="-1109"/>
                    <a:pt x="53120" y="415"/>
                  </a:cubicBezTo>
                  <a:cubicBezTo>
                    <a:pt x="58200" y="1939"/>
                    <a:pt x="60994" y="7146"/>
                    <a:pt x="59470" y="12226"/>
                  </a:cubicBezTo>
                  <a:close/>
                </a:path>
              </a:pathLst>
            </a:custGeom>
            <a:solidFill>
              <a:srgbClr val="84C1FA"/>
            </a:solidFill>
          </p:spPr>
        </p:sp>
        <p:sp>
          <p:nvSpPr>
            <p:cNvPr name="Freeform 64" id="64"/>
            <p:cNvSpPr/>
            <p:nvPr/>
          </p:nvSpPr>
          <p:spPr>
            <a:xfrm flipH="false" flipV="false" rot="0">
              <a:off x="182437" y="283658"/>
              <a:ext cx="142616" cy="169795"/>
            </a:xfrm>
            <a:custGeom>
              <a:avLst/>
              <a:gdLst/>
              <a:ahLst/>
              <a:cxnLst/>
              <a:rect r="r" b="b" t="t" l="l"/>
              <a:pathLst>
                <a:path h="169795" w="142616">
                  <a:moveTo>
                    <a:pt x="2093" y="154239"/>
                  </a:moveTo>
                  <a:lnTo>
                    <a:pt x="125790" y="3490"/>
                  </a:lnTo>
                  <a:cubicBezTo>
                    <a:pt x="129092" y="-574"/>
                    <a:pt x="135061" y="-1209"/>
                    <a:pt x="139125" y="2220"/>
                  </a:cubicBezTo>
                  <a:cubicBezTo>
                    <a:pt x="143189" y="5649"/>
                    <a:pt x="143824" y="11491"/>
                    <a:pt x="140395" y="15555"/>
                  </a:cubicBezTo>
                  <a:lnTo>
                    <a:pt x="16825" y="166304"/>
                  </a:lnTo>
                  <a:cubicBezTo>
                    <a:pt x="13523" y="170368"/>
                    <a:pt x="7554" y="171003"/>
                    <a:pt x="3490" y="167574"/>
                  </a:cubicBezTo>
                  <a:cubicBezTo>
                    <a:pt x="-574" y="164145"/>
                    <a:pt x="-1209" y="158303"/>
                    <a:pt x="2220" y="154239"/>
                  </a:cubicBezTo>
                  <a:close/>
                </a:path>
              </a:pathLst>
            </a:custGeom>
            <a:solidFill>
              <a:srgbClr val="84C1FA"/>
            </a:solidFill>
          </p:spPr>
        </p:sp>
        <p:sp>
          <p:nvSpPr>
            <p:cNvPr name="Freeform 65" id="65"/>
            <p:cNvSpPr/>
            <p:nvPr/>
          </p:nvSpPr>
          <p:spPr>
            <a:xfrm flipH="false" flipV="false" rot="0">
              <a:off x="253479" y="239003"/>
              <a:ext cx="95018" cy="23010"/>
            </a:xfrm>
            <a:custGeom>
              <a:avLst/>
              <a:gdLst/>
              <a:ahLst/>
              <a:cxnLst/>
              <a:rect r="r" b="b" t="t" l="l"/>
              <a:pathLst>
                <a:path h="23010" w="95018">
                  <a:moveTo>
                    <a:pt x="10045" y="12"/>
                  </a:moveTo>
                  <a:lnTo>
                    <a:pt x="85990" y="3949"/>
                  </a:lnTo>
                  <a:cubicBezTo>
                    <a:pt x="91197" y="4203"/>
                    <a:pt x="95261" y="8648"/>
                    <a:pt x="95007" y="13982"/>
                  </a:cubicBezTo>
                  <a:cubicBezTo>
                    <a:pt x="94753" y="19316"/>
                    <a:pt x="90308" y="23253"/>
                    <a:pt x="84974" y="22999"/>
                  </a:cubicBezTo>
                  <a:lnTo>
                    <a:pt x="9029" y="19062"/>
                  </a:lnTo>
                  <a:cubicBezTo>
                    <a:pt x="3822" y="18808"/>
                    <a:pt x="-242" y="14363"/>
                    <a:pt x="12" y="9029"/>
                  </a:cubicBezTo>
                  <a:cubicBezTo>
                    <a:pt x="266" y="3695"/>
                    <a:pt x="4711" y="-242"/>
                    <a:pt x="10045" y="12"/>
                  </a:cubicBezTo>
                  <a:close/>
                </a:path>
              </a:pathLst>
            </a:custGeom>
            <a:solidFill>
              <a:srgbClr val="84C1FA"/>
            </a:solidFill>
          </p:spPr>
        </p:sp>
        <p:sp>
          <p:nvSpPr>
            <p:cNvPr name="Freeform 66" id="66"/>
            <p:cNvSpPr/>
            <p:nvPr/>
          </p:nvSpPr>
          <p:spPr>
            <a:xfrm flipH="false" flipV="false" rot="0">
              <a:off x="148253" y="338628"/>
              <a:ext cx="37122" cy="77635"/>
            </a:xfrm>
            <a:custGeom>
              <a:avLst/>
              <a:gdLst/>
              <a:ahLst/>
              <a:cxnLst/>
              <a:rect r="r" b="b" t="t" l="l"/>
              <a:pathLst>
                <a:path h="77635" w="37122">
                  <a:moveTo>
                    <a:pt x="463" y="65360"/>
                  </a:moveTo>
                  <a:lnTo>
                    <a:pt x="18624" y="6686"/>
                  </a:lnTo>
                  <a:cubicBezTo>
                    <a:pt x="20148" y="1733"/>
                    <a:pt x="25482" y="-1188"/>
                    <a:pt x="30435" y="463"/>
                  </a:cubicBezTo>
                  <a:cubicBezTo>
                    <a:pt x="35388" y="2114"/>
                    <a:pt x="38309" y="7321"/>
                    <a:pt x="36658" y="12274"/>
                  </a:cubicBezTo>
                  <a:lnTo>
                    <a:pt x="18497" y="70948"/>
                  </a:lnTo>
                  <a:cubicBezTo>
                    <a:pt x="16973" y="75901"/>
                    <a:pt x="11639" y="78822"/>
                    <a:pt x="6686" y="77171"/>
                  </a:cubicBezTo>
                  <a:cubicBezTo>
                    <a:pt x="1733" y="75520"/>
                    <a:pt x="-1188" y="70313"/>
                    <a:pt x="463" y="65360"/>
                  </a:cubicBezTo>
                  <a:close/>
                </a:path>
              </a:pathLst>
            </a:custGeom>
            <a:solidFill>
              <a:srgbClr val="84C1FA"/>
            </a:solidFill>
          </p:spPr>
        </p:sp>
        <p:sp>
          <p:nvSpPr>
            <p:cNvPr name="Freeform 67" id="67"/>
            <p:cNvSpPr/>
            <p:nvPr/>
          </p:nvSpPr>
          <p:spPr>
            <a:xfrm flipH="false" flipV="false" rot="0">
              <a:off x="86656" y="120947"/>
              <a:ext cx="143678" cy="172000"/>
            </a:xfrm>
            <a:custGeom>
              <a:avLst/>
              <a:gdLst/>
              <a:ahLst/>
              <a:cxnLst/>
              <a:rect r="r" b="b" t="t" l="l"/>
              <a:pathLst>
                <a:path h="172000" w="143678">
                  <a:moveTo>
                    <a:pt x="141562" y="15451"/>
                  </a:moveTo>
                  <a:lnTo>
                    <a:pt x="16848" y="168487"/>
                  </a:lnTo>
                  <a:cubicBezTo>
                    <a:pt x="13547" y="172551"/>
                    <a:pt x="7578" y="173186"/>
                    <a:pt x="3514" y="169884"/>
                  </a:cubicBezTo>
                  <a:cubicBezTo>
                    <a:pt x="-550" y="166582"/>
                    <a:pt x="-1185" y="160613"/>
                    <a:pt x="2117" y="156549"/>
                  </a:cubicBezTo>
                  <a:lnTo>
                    <a:pt x="126830" y="3513"/>
                  </a:lnTo>
                  <a:cubicBezTo>
                    <a:pt x="130132" y="-551"/>
                    <a:pt x="136101" y="-1186"/>
                    <a:pt x="140165" y="2116"/>
                  </a:cubicBezTo>
                  <a:cubicBezTo>
                    <a:pt x="144229" y="5418"/>
                    <a:pt x="144864" y="11387"/>
                    <a:pt x="141562" y="15451"/>
                  </a:cubicBezTo>
                  <a:close/>
                </a:path>
              </a:pathLst>
            </a:custGeom>
            <a:solidFill>
              <a:srgbClr val="84C1FA"/>
            </a:solidFill>
          </p:spPr>
        </p:sp>
      </p:grpSp>
      <p:grpSp>
        <p:nvGrpSpPr>
          <p:cNvPr name="Group 68" id="68"/>
          <p:cNvGrpSpPr/>
          <p:nvPr/>
        </p:nvGrpSpPr>
        <p:grpSpPr>
          <a:xfrm rot="0">
            <a:off x="6425972" y="6228895"/>
            <a:ext cx="916702" cy="917721"/>
            <a:chOff x="0" y="0"/>
            <a:chExt cx="573811" cy="574446"/>
          </a:xfrm>
        </p:grpSpPr>
        <p:sp>
          <p:nvSpPr>
            <p:cNvPr name="Freeform 69" id="69"/>
            <p:cNvSpPr/>
            <p:nvPr/>
          </p:nvSpPr>
          <p:spPr>
            <a:xfrm flipH="false" flipV="false" rot="0">
              <a:off x="278047" y="485691"/>
              <a:ext cx="78135" cy="25228"/>
            </a:xfrm>
            <a:custGeom>
              <a:avLst/>
              <a:gdLst/>
              <a:ahLst/>
              <a:cxnLst/>
              <a:rect r="r" b="b" t="t" l="l"/>
              <a:pathLst>
                <a:path h="25228" w="78135">
                  <a:moveTo>
                    <a:pt x="72725" y="21037"/>
                  </a:moveTo>
                  <a:cubicBezTo>
                    <a:pt x="64724" y="24593"/>
                    <a:pt x="57104" y="25228"/>
                    <a:pt x="18116" y="25228"/>
                  </a:cubicBezTo>
                  <a:cubicBezTo>
                    <a:pt x="17481" y="25228"/>
                    <a:pt x="16846" y="25101"/>
                    <a:pt x="16084" y="24974"/>
                  </a:cubicBezTo>
                  <a:cubicBezTo>
                    <a:pt x="11385" y="23958"/>
                    <a:pt x="7702" y="21926"/>
                    <a:pt x="4527" y="18878"/>
                  </a:cubicBezTo>
                  <a:cubicBezTo>
                    <a:pt x="4019" y="18370"/>
                    <a:pt x="3638" y="17862"/>
                    <a:pt x="3257" y="17227"/>
                  </a:cubicBezTo>
                  <a:lnTo>
                    <a:pt x="1479" y="14433"/>
                  </a:lnTo>
                  <a:cubicBezTo>
                    <a:pt x="-1315" y="9988"/>
                    <a:pt x="-45" y="4273"/>
                    <a:pt x="4400" y="1479"/>
                  </a:cubicBezTo>
                  <a:cubicBezTo>
                    <a:pt x="8845" y="-1315"/>
                    <a:pt x="14560" y="-45"/>
                    <a:pt x="17354" y="4400"/>
                  </a:cubicBezTo>
                  <a:lnTo>
                    <a:pt x="19132" y="7194"/>
                  </a:lnTo>
                  <a:lnTo>
                    <a:pt x="11131" y="12274"/>
                  </a:lnTo>
                  <a:lnTo>
                    <a:pt x="17735" y="5670"/>
                  </a:lnTo>
                  <a:cubicBezTo>
                    <a:pt x="18116" y="6051"/>
                    <a:pt x="18497" y="6432"/>
                    <a:pt x="19894" y="6686"/>
                  </a:cubicBezTo>
                  <a:lnTo>
                    <a:pt x="17862" y="15830"/>
                  </a:lnTo>
                  <a:lnTo>
                    <a:pt x="17862" y="6432"/>
                  </a:lnTo>
                  <a:cubicBezTo>
                    <a:pt x="58755" y="6432"/>
                    <a:pt x="61422" y="5416"/>
                    <a:pt x="64851" y="3892"/>
                  </a:cubicBezTo>
                  <a:cubicBezTo>
                    <a:pt x="69550" y="1733"/>
                    <a:pt x="75138" y="3892"/>
                    <a:pt x="77297" y="8718"/>
                  </a:cubicBezTo>
                  <a:cubicBezTo>
                    <a:pt x="79456" y="13544"/>
                    <a:pt x="77297" y="19005"/>
                    <a:pt x="72471" y="21164"/>
                  </a:cubicBezTo>
                  <a:close/>
                </a:path>
              </a:pathLst>
            </a:custGeom>
            <a:solidFill>
              <a:srgbClr val="84C1FA"/>
            </a:solidFill>
          </p:spPr>
        </p:sp>
        <p:sp>
          <p:nvSpPr>
            <p:cNvPr name="Freeform 70" id="70"/>
            <p:cNvSpPr/>
            <p:nvPr/>
          </p:nvSpPr>
          <p:spPr>
            <a:xfrm flipH="false" flipV="false" rot="0">
              <a:off x="277872" y="372873"/>
              <a:ext cx="24079" cy="47498"/>
            </a:xfrm>
            <a:custGeom>
              <a:avLst/>
              <a:gdLst/>
              <a:ahLst/>
              <a:cxnLst/>
              <a:rect r="r" b="b" t="t" l="l"/>
              <a:pathLst>
                <a:path h="47498" w="24079">
                  <a:moveTo>
                    <a:pt x="20704" y="16635"/>
                  </a:moveTo>
                  <a:cubicBezTo>
                    <a:pt x="18291" y="18667"/>
                    <a:pt x="18799" y="18413"/>
                    <a:pt x="18672" y="18794"/>
                  </a:cubicBezTo>
                  <a:lnTo>
                    <a:pt x="9655" y="16254"/>
                  </a:lnTo>
                  <a:lnTo>
                    <a:pt x="19053" y="16381"/>
                  </a:lnTo>
                  <a:lnTo>
                    <a:pt x="18799" y="38225"/>
                  </a:lnTo>
                  <a:cubicBezTo>
                    <a:pt x="18799" y="43432"/>
                    <a:pt x="14481" y="47623"/>
                    <a:pt x="9274" y="47495"/>
                  </a:cubicBezTo>
                  <a:cubicBezTo>
                    <a:pt x="4067" y="47369"/>
                    <a:pt x="-124" y="43178"/>
                    <a:pt x="3" y="37971"/>
                  </a:cubicBezTo>
                  <a:lnTo>
                    <a:pt x="257" y="16127"/>
                  </a:lnTo>
                  <a:cubicBezTo>
                    <a:pt x="257" y="15365"/>
                    <a:pt x="384" y="14476"/>
                    <a:pt x="638" y="13714"/>
                  </a:cubicBezTo>
                  <a:cubicBezTo>
                    <a:pt x="1781" y="9523"/>
                    <a:pt x="4194" y="5967"/>
                    <a:pt x="8639" y="2284"/>
                  </a:cubicBezTo>
                  <a:cubicBezTo>
                    <a:pt x="12576" y="-1145"/>
                    <a:pt x="18545" y="-637"/>
                    <a:pt x="21847" y="3300"/>
                  </a:cubicBezTo>
                  <a:cubicBezTo>
                    <a:pt x="25149" y="7237"/>
                    <a:pt x="24768" y="13206"/>
                    <a:pt x="20831" y="16508"/>
                  </a:cubicBezTo>
                  <a:close/>
                </a:path>
              </a:pathLst>
            </a:custGeom>
            <a:solidFill>
              <a:srgbClr val="84C1FA"/>
            </a:solidFill>
          </p:spPr>
        </p:sp>
        <p:sp>
          <p:nvSpPr>
            <p:cNvPr name="Freeform 71" id="71"/>
            <p:cNvSpPr/>
            <p:nvPr/>
          </p:nvSpPr>
          <p:spPr>
            <a:xfrm flipH="false" flipV="false" rot="0">
              <a:off x="278103" y="483208"/>
              <a:ext cx="18974" cy="21260"/>
            </a:xfrm>
            <a:custGeom>
              <a:avLst/>
              <a:gdLst/>
              <a:ahLst/>
              <a:cxnLst/>
              <a:rect r="r" b="b" t="t" l="l"/>
              <a:pathLst>
                <a:path h="21260" w="18974">
                  <a:moveTo>
                    <a:pt x="18695" y="8661"/>
                  </a:moveTo>
                  <a:lnTo>
                    <a:pt x="18949" y="11201"/>
                  </a:lnTo>
                  <a:cubicBezTo>
                    <a:pt x="19330" y="16408"/>
                    <a:pt x="15393" y="20853"/>
                    <a:pt x="10313" y="21234"/>
                  </a:cubicBezTo>
                  <a:cubicBezTo>
                    <a:pt x="5233" y="21615"/>
                    <a:pt x="661" y="17678"/>
                    <a:pt x="280" y="12598"/>
                  </a:cubicBezTo>
                  <a:lnTo>
                    <a:pt x="26" y="10058"/>
                  </a:lnTo>
                  <a:cubicBezTo>
                    <a:pt x="-355" y="4851"/>
                    <a:pt x="3582" y="406"/>
                    <a:pt x="8662" y="25"/>
                  </a:cubicBezTo>
                  <a:cubicBezTo>
                    <a:pt x="13742" y="-356"/>
                    <a:pt x="18314" y="3581"/>
                    <a:pt x="18695" y="8661"/>
                  </a:cubicBezTo>
                  <a:close/>
                </a:path>
              </a:pathLst>
            </a:custGeom>
            <a:solidFill>
              <a:srgbClr val="84C1FA"/>
            </a:solidFill>
          </p:spPr>
        </p:sp>
        <p:sp>
          <p:nvSpPr>
            <p:cNvPr name="Freeform 72" id="72"/>
            <p:cNvSpPr/>
            <p:nvPr/>
          </p:nvSpPr>
          <p:spPr>
            <a:xfrm flipH="false" flipV="false" rot="0">
              <a:off x="337890" y="278256"/>
              <a:ext cx="109671" cy="113720"/>
            </a:xfrm>
            <a:custGeom>
              <a:avLst/>
              <a:gdLst/>
              <a:ahLst/>
              <a:cxnLst/>
              <a:rect r="r" b="b" t="t" l="l"/>
              <a:pathLst>
                <a:path h="113720" w="109671">
                  <a:moveTo>
                    <a:pt x="77906" y="90424"/>
                  </a:moveTo>
                  <a:cubicBezTo>
                    <a:pt x="86161" y="65151"/>
                    <a:pt x="89463" y="52832"/>
                    <a:pt x="90987" y="42672"/>
                  </a:cubicBezTo>
                  <a:lnTo>
                    <a:pt x="100258" y="44069"/>
                  </a:lnTo>
                  <a:lnTo>
                    <a:pt x="90860" y="43942"/>
                  </a:lnTo>
                  <a:cubicBezTo>
                    <a:pt x="90987" y="38608"/>
                    <a:pt x="90479" y="34417"/>
                    <a:pt x="89463" y="30353"/>
                  </a:cubicBezTo>
                  <a:lnTo>
                    <a:pt x="98607" y="28194"/>
                  </a:lnTo>
                  <a:lnTo>
                    <a:pt x="89971" y="31750"/>
                  </a:lnTo>
                  <a:cubicBezTo>
                    <a:pt x="88193" y="27559"/>
                    <a:pt x="86288" y="24384"/>
                    <a:pt x="83621" y="21336"/>
                  </a:cubicBezTo>
                  <a:lnTo>
                    <a:pt x="90733" y="15113"/>
                  </a:lnTo>
                  <a:lnTo>
                    <a:pt x="85272" y="22860"/>
                  </a:lnTo>
                  <a:cubicBezTo>
                    <a:pt x="82097" y="20701"/>
                    <a:pt x="79176" y="19431"/>
                    <a:pt x="75366" y="18542"/>
                  </a:cubicBezTo>
                  <a:lnTo>
                    <a:pt x="77398" y="9398"/>
                  </a:lnTo>
                  <a:lnTo>
                    <a:pt x="77398" y="18796"/>
                  </a:lnTo>
                  <a:cubicBezTo>
                    <a:pt x="73969" y="18796"/>
                    <a:pt x="73588" y="19177"/>
                    <a:pt x="73588" y="19304"/>
                  </a:cubicBezTo>
                  <a:lnTo>
                    <a:pt x="68889" y="11176"/>
                  </a:lnTo>
                  <a:lnTo>
                    <a:pt x="75620" y="17780"/>
                  </a:lnTo>
                  <a:cubicBezTo>
                    <a:pt x="75366" y="18034"/>
                    <a:pt x="74858" y="18542"/>
                    <a:pt x="74223" y="20701"/>
                  </a:cubicBezTo>
                  <a:lnTo>
                    <a:pt x="65206" y="18034"/>
                  </a:lnTo>
                  <a:lnTo>
                    <a:pt x="74477" y="19939"/>
                  </a:lnTo>
                  <a:cubicBezTo>
                    <a:pt x="71175" y="36322"/>
                    <a:pt x="67873" y="46990"/>
                    <a:pt x="62285" y="59690"/>
                  </a:cubicBezTo>
                  <a:cubicBezTo>
                    <a:pt x="62158" y="60071"/>
                    <a:pt x="61904" y="60452"/>
                    <a:pt x="61777" y="60706"/>
                  </a:cubicBezTo>
                  <a:cubicBezTo>
                    <a:pt x="54919" y="72263"/>
                    <a:pt x="46918" y="82804"/>
                    <a:pt x="37266" y="93472"/>
                  </a:cubicBezTo>
                  <a:cubicBezTo>
                    <a:pt x="37012" y="93726"/>
                    <a:pt x="36885" y="93853"/>
                    <a:pt x="36631" y="94107"/>
                  </a:cubicBezTo>
                  <a:cubicBezTo>
                    <a:pt x="26344" y="103378"/>
                    <a:pt x="19105" y="109220"/>
                    <a:pt x="14660" y="112141"/>
                  </a:cubicBezTo>
                  <a:cubicBezTo>
                    <a:pt x="10215" y="115062"/>
                    <a:pt x="4500" y="113792"/>
                    <a:pt x="1579" y="109474"/>
                  </a:cubicBezTo>
                  <a:cubicBezTo>
                    <a:pt x="-1342" y="105156"/>
                    <a:pt x="-72" y="99314"/>
                    <a:pt x="4246" y="96393"/>
                  </a:cubicBezTo>
                  <a:cubicBezTo>
                    <a:pt x="7548" y="94234"/>
                    <a:pt x="13898" y="89154"/>
                    <a:pt x="23931" y="80137"/>
                  </a:cubicBezTo>
                  <a:lnTo>
                    <a:pt x="30281" y="87122"/>
                  </a:lnTo>
                  <a:lnTo>
                    <a:pt x="23296" y="80772"/>
                  </a:lnTo>
                  <a:cubicBezTo>
                    <a:pt x="32186" y="70993"/>
                    <a:pt x="39298" y="61468"/>
                    <a:pt x="45521" y="51054"/>
                  </a:cubicBezTo>
                  <a:lnTo>
                    <a:pt x="53649" y="55880"/>
                  </a:lnTo>
                  <a:lnTo>
                    <a:pt x="45013" y="52070"/>
                  </a:lnTo>
                  <a:cubicBezTo>
                    <a:pt x="49966" y="40767"/>
                    <a:pt x="52887" y="31369"/>
                    <a:pt x="55935" y="16129"/>
                  </a:cubicBezTo>
                  <a:cubicBezTo>
                    <a:pt x="55935" y="15875"/>
                    <a:pt x="56062" y="15621"/>
                    <a:pt x="56062" y="15367"/>
                  </a:cubicBezTo>
                  <a:cubicBezTo>
                    <a:pt x="57332" y="11176"/>
                    <a:pt x="59110" y="7620"/>
                    <a:pt x="62031" y="4572"/>
                  </a:cubicBezTo>
                  <a:cubicBezTo>
                    <a:pt x="62666" y="3937"/>
                    <a:pt x="63301" y="3429"/>
                    <a:pt x="64063" y="2921"/>
                  </a:cubicBezTo>
                  <a:cubicBezTo>
                    <a:pt x="67873" y="762"/>
                    <a:pt x="71937" y="0"/>
                    <a:pt x="77271" y="0"/>
                  </a:cubicBezTo>
                  <a:cubicBezTo>
                    <a:pt x="77906" y="0"/>
                    <a:pt x="78668" y="127"/>
                    <a:pt x="79303" y="254"/>
                  </a:cubicBezTo>
                  <a:cubicBezTo>
                    <a:pt x="85526" y="1651"/>
                    <a:pt x="90733" y="3937"/>
                    <a:pt x="95940" y="7493"/>
                  </a:cubicBezTo>
                  <a:cubicBezTo>
                    <a:pt x="96575" y="7874"/>
                    <a:pt x="97083" y="8382"/>
                    <a:pt x="97591" y="9017"/>
                  </a:cubicBezTo>
                  <a:cubicBezTo>
                    <a:pt x="101782" y="13843"/>
                    <a:pt x="104830" y="18796"/>
                    <a:pt x="107243" y="24638"/>
                  </a:cubicBezTo>
                  <a:cubicBezTo>
                    <a:pt x="107370" y="25146"/>
                    <a:pt x="107624" y="25527"/>
                    <a:pt x="107751" y="26035"/>
                  </a:cubicBezTo>
                  <a:cubicBezTo>
                    <a:pt x="109148" y="31877"/>
                    <a:pt x="109783" y="37719"/>
                    <a:pt x="109656" y="44450"/>
                  </a:cubicBezTo>
                  <a:cubicBezTo>
                    <a:pt x="109656" y="44831"/>
                    <a:pt x="109656" y="45339"/>
                    <a:pt x="109529" y="45720"/>
                  </a:cubicBezTo>
                  <a:cubicBezTo>
                    <a:pt x="107624" y="57531"/>
                    <a:pt x="104068" y="71120"/>
                    <a:pt x="95686" y="96393"/>
                  </a:cubicBezTo>
                  <a:cubicBezTo>
                    <a:pt x="94035" y="101346"/>
                    <a:pt x="88701" y="104013"/>
                    <a:pt x="83875" y="102362"/>
                  </a:cubicBezTo>
                  <a:cubicBezTo>
                    <a:pt x="79049" y="100711"/>
                    <a:pt x="76255" y="95377"/>
                    <a:pt x="77906" y="90551"/>
                  </a:cubicBezTo>
                  <a:close/>
                </a:path>
              </a:pathLst>
            </a:custGeom>
            <a:solidFill>
              <a:srgbClr val="84C1FA"/>
            </a:solidFill>
          </p:spPr>
        </p:sp>
        <p:sp>
          <p:nvSpPr>
            <p:cNvPr name="Freeform 73" id="73"/>
            <p:cNvSpPr/>
            <p:nvPr/>
          </p:nvSpPr>
          <p:spPr>
            <a:xfrm flipH="false" flipV="false" rot="0">
              <a:off x="64008" y="301834"/>
              <a:ext cx="143409" cy="120767"/>
            </a:xfrm>
            <a:custGeom>
              <a:avLst/>
              <a:gdLst/>
              <a:ahLst/>
              <a:cxnLst/>
              <a:rect r="r" b="b" t="t" l="l"/>
              <a:pathLst>
                <a:path h="120767" w="143409">
                  <a:moveTo>
                    <a:pt x="0" y="110534"/>
                  </a:moveTo>
                  <a:cubicBezTo>
                    <a:pt x="1397" y="99358"/>
                    <a:pt x="3937" y="88055"/>
                    <a:pt x="7112" y="78530"/>
                  </a:cubicBezTo>
                  <a:cubicBezTo>
                    <a:pt x="7239" y="78276"/>
                    <a:pt x="7366" y="77895"/>
                    <a:pt x="7493" y="77641"/>
                  </a:cubicBezTo>
                  <a:cubicBezTo>
                    <a:pt x="11811" y="68116"/>
                    <a:pt x="17272" y="58718"/>
                    <a:pt x="24003" y="49320"/>
                  </a:cubicBezTo>
                  <a:cubicBezTo>
                    <a:pt x="24257" y="49066"/>
                    <a:pt x="24384" y="48812"/>
                    <a:pt x="24638" y="48558"/>
                  </a:cubicBezTo>
                  <a:cubicBezTo>
                    <a:pt x="31496" y="40938"/>
                    <a:pt x="40640" y="32683"/>
                    <a:pt x="50037" y="25825"/>
                  </a:cubicBezTo>
                  <a:cubicBezTo>
                    <a:pt x="50291" y="25698"/>
                    <a:pt x="50545" y="25444"/>
                    <a:pt x="50799" y="25317"/>
                  </a:cubicBezTo>
                  <a:cubicBezTo>
                    <a:pt x="60197" y="19602"/>
                    <a:pt x="71246" y="14268"/>
                    <a:pt x="82549" y="9823"/>
                  </a:cubicBezTo>
                  <a:cubicBezTo>
                    <a:pt x="82803" y="9696"/>
                    <a:pt x="83057" y="9696"/>
                    <a:pt x="83311" y="9569"/>
                  </a:cubicBezTo>
                  <a:cubicBezTo>
                    <a:pt x="96138" y="5759"/>
                    <a:pt x="107187" y="3346"/>
                    <a:pt x="120141" y="1314"/>
                  </a:cubicBezTo>
                  <a:cubicBezTo>
                    <a:pt x="120395" y="1314"/>
                    <a:pt x="120522" y="1314"/>
                    <a:pt x="120776" y="1187"/>
                  </a:cubicBezTo>
                  <a:lnTo>
                    <a:pt x="133222" y="44"/>
                  </a:lnTo>
                  <a:cubicBezTo>
                    <a:pt x="138429" y="-464"/>
                    <a:pt x="143001" y="3473"/>
                    <a:pt x="143382" y="8553"/>
                  </a:cubicBezTo>
                  <a:cubicBezTo>
                    <a:pt x="143763" y="13633"/>
                    <a:pt x="139953" y="18332"/>
                    <a:pt x="134873" y="18713"/>
                  </a:cubicBezTo>
                  <a:lnTo>
                    <a:pt x="122427" y="19856"/>
                  </a:lnTo>
                  <a:lnTo>
                    <a:pt x="121665" y="10458"/>
                  </a:lnTo>
                  <a:lnTo>
                    <a:pt x="123062" y="19729"/>
                  </a:lnTo>
                  <a:cubicBezTo>
                    <a:pt x="110997" y="21507"/>
                    <a:pt x="100710" y="23793"/>
                    <a:pt x="88772" y="27349"/>
                  </a:cubicBezTo>
                  <a:lnTo>
                    <a:pt x="86105" y="18332"/>
                  </a:lnTo>
                  <a:lnTo>
                    <a:pt x="89534" y="27095"/>
                  </a:lnTo>
                  <a:cubicBezTo>
                    <a:pt x="79247" y="31032"/>
                    <a:pt x="69214" y="36112"/>
                    <a:pt x="60705" y="41192"/>
                  </a:cubicBezTo>
                  <a:lnTo>
                    <a:pt x="55879" y="33191"/>
                  </a:lnTo>
                  <a:lnTo>
                    <a:pt x="61467" y="40811"/>
                  </a:lnTo>
                  <a:cubicBezTo>
                    <a:pt x="53085" y="46907"/>
                    <a:pt x="44957" y="54400"/>
                    <a:pt x="38989" y="61004"/>
                  </a:cubicBezTo>
                  <a:lnTo>
                    <a:pt x="32004" y="54654"/>
                  </a:lnTo>
                  <a:lnTo>
                    <a:pt x="39624" y="60242"/>
                  </a:lnTo>
                  <a:cubicBezTo>
                    <a:pt x="33528" y="68497"/>
                    <a:pt x="28829" y="76879"/>
                    <a:pt x="25019" y="85134"/>
                  </a:cubicBezTo>
                  <a:lnTo>
                    <a:pt x="16383" y="81324"/>
                  </a:lnTo>
                  <a:lnTo>
                    <a:pt x="25273" y="84245"/>
                  </a:lnTo>
                  <a:cubicBezTo>
                    <a:pt x="22479" y="92500"/>
                    <a:pt x="20193" y="102533"/>
                    <a:pt x="19050" y="112566"/>
                  </a:cubicBezTo>
                  <a:cubicBezTo>
                    <a:pt x="18415" y="117773"/>
                    <a:pt x="13716" y="121328"/>
                    <a:pt x="8509" y="120694"/>
                  </a:cubicBezTo>
                  <a:cubicBezTo>
                    <a:pt x="3302" y="120059"/>
                    <a:pt x="-254" y="115360"/>
                    <a:pt x="381" y="110153"/>
                  </a:cubicBezTo>
                  <a:close/>
                </a:path>
              </a:pathLst>
            </a:custGeom>
            <a:solidFill>
              <a:srgbClr val="84C1FA"/>
            </a:solidFill>
          </p:spPr>
        </p:sp>
        <p:sp>
          <p:nvSpPr>
            <p:cNvPr name="Freeform 74" id="74"/>
            <p:cNvSpPr/>
            <p:nvPr/>
          </p:nvSpPr>
          <p:spPr>
            <a:xfrm flipH="false" flipV="false" rot="0">
              <a:off x="465173" y="362304"/>
              <a:ext cx="45041" cy="60741"/>
            </a:xfrm>
            <a:custGeom>
              <a:avLst/>
              <a:gdLst/>
              <a:ahLst/>
              <a:cxnLst/>
              <a:rect r="r" b="b" t="t" l="l"/>
              <a:pathLst>
                <a:path h="60741" w="45041">
                  <a:moveTo>
                    <a:pt x="10186" y="26"/>
                  </a:moveTo>
                  <a:cubicBezTo>
                    <a:pt x="18568" y="661"/>
                    <a:pt x="22632" y="1423"/>
                    <a:pt x="26950" y="3074"/>
                  </a:cubicBezTo>
                  <a:cubicBezTo>
                    <a:pt x="27458" y="3201"/>
                    <a:pt x="27839" y="3455"/>
                    <a:pt x="28220" y="3709"/>
                  </a:cubicBezTo>
                  <a:cubicBezTo>
                    <a:pt x="32157" y="5995"/>
                    <a:pt x="34824" y="8154"/>
                    <a:pt x="38126" y="11837"/>
                  </a:cubicBezTo>
                  <a:cubicBezTo>
                    <a:pt x="38507" y="12218"/>
                    <a:pt x="38761" y="12599"/>
                    <a:pt x="39015" y="13107"/>
                  </a:cubicBezTo>
                  <a:cubicBezTo>
                    <a:pt x="41555" y="16917"/>
                    <a:pt x="43333" y="20727"/>
                    <a:pt x="44476" y="24791"/>
                  </a:cubicBezTo>
                  <a:cubicBezTo>
                    <a:pt x="44603" y="25299"/>
                    <a:pt x="44730" y="25934"/>
                    <a:pt x="44730" y="26442"/>
                  </a:cubicBezTo>
                  <a:cubicBezTo>
                    <a:pt x="45492" y="33681"/>
                    <a:pt x="44857" y="40666"/>
                    <a:pt x="42825" y="52858"/>
                  </a:cubicBezTo>
                  <a:cubicBezTo>
                    <a:pt x="42063" y="57938"/>
                    <a:pt x="37110" y="61493"/>
                    <a:pt x="32030" y="60604"/>
                  </a:cubicBezTo>
                  <a:cubicBezTo>
                    <a:pt x="26950" y="59715"/>
                    <a:pt x="23394" y="54890"/>
                    <a:pt x="24283" y="49810"/>
                  </a:cubicBezTo>
                  <a:cubicBezTo>
                    <a:pt x="26188" y="37999"/>
                    <a:pt x="26442" y="32919"/>
                    <a:pt x="26061" y="28220"/>
                  </a:cubicBezTo>
                  <a:lnTo>
                    <a:pt x="35459" y="27331"/>
                  </a:lnTo>
                  <a:lnTo>
                    <a:pt x="26442" y="29871"/>
                  </a:lnTo>
                  <a:cubicBezTo>
                    <a:pt x="25807" y="27839"/>
                    <a:pt x="24918" y="25680"/>
                    <a:pt x="23394" y="23394"/>
                  </a:cubicBezTo>
                  <a:lnTo>
                    <a:pt x="31268" y="18187"/>
                  </a:lnTo>
                  <a:lnTo>
                    <a:pt x="24283" y="24537"/>
                  </a:lnTo>
                  <a:cubicBezTo>
                    <a:pt x="22251" y="22251"/>
                    <a:pt x="20854" y="21235"/>
                    <a:pt x="18568" y="19965"/>
                  </a:cubicBezTo>
                  <a:lnTo>
                    <a:pt x="23394" y="11837"/>
                  </a:lnTo>
                  <a:lnTo>
                    <a:pt x="19965" y="20600"/>
                  </a:lnTo>
                  <a:cubicBezTo>
                    <a:pt x="18314" y="19965"/>
                    <a:pt x="16282" y="19330"/>
                    <a:pt x="8789" y="18822"/>
                  </a:cubicBezTo>
                  <a:cubicBezTo>
                    <a:pt x="3582" y="18441"/>
                    <a:pt x="-355" y="13996"/>
                    <a:pt x="26" y="8789"/>
                  </a:cubicBezTo>
                  <a:cubicBezTo>
                    <a:pt x="407" y="3582"/>
                    <a:pt x="4852" y="-355"/>
                    <a:pt x="10059" y="26"/>
                  </a:cubicBezTo>
                  <a:close/>
                </a:path>
              </a:pathLst>
            </a:custGeom>
            <a:solidFill>
              <a:srgbClr val="84C1FA"/>
            </a:solidFill>
          </p:spPr>
        </p:sp>
        <p:sp>
          <p:nvSpPr>
            <p:cNvPr name="Freeform 75" id="75"/>
            <p:cNvSpPr/>
            <p:nvPr/>
          </p:nvSpPr>
          <p:spPr>
            <a:xfrm flipH="false" flipV="false" rot="0">
              <a:off x="438656" y="465348"/>
              <a:ext cx="59408" cy="45699"/>
            </a:xfrm>
            <a:custGeom>
              <a:avLst/>
              <a:gdLst/>
              <a:ahLst/>
              <a:cxnLst/>
              <a:rect r="r" b="b" t="t" l="l"/>
              <a:pathLst>
                <a:path h="45699" w="59408">
                  <a:moveTo>
                    <a:pt x="59182" y="11281"/>
                  </a:moveTo>
                  <a:cubicBezTo>
                    <a:pt x="57404" y="19282"/>
                    <a:pt x="54483" y="26648"/>
                    <a:pt x="50038" y="32871"/>
                  </a:cubicBezTo>
                  <a:cubicBezTo>
                    <a:pt x="49530" y="33506"/>
                    <a:pt x="49022" y="34141"/>
                    <a:pt x="48387" y="34649"/>
                  </a:cubicBezTo>
                  <a:cubicBezTo>
                    <a:pt x="42545" y="39602"/>
                    <a:pt x="36195" y="42777"/>
                    <a:pt x="29845" y="44555"/>
                  </a:cubicBezTo>
                  <a:cubicBezTo>
                    <a:pt x="29337" y="44682"/>
                    <a:pt x="28829" y="44809"/>
                    <a:pt x="28321" y="44809"/>
                  </a:cubicBezTo>
                  <a:cubicBezTo>
                    <a:pt x="23241" y="45317"/>
                    <a:pt x="16891" y="45571"/>
                    <a:pt x="9398" y="45698"/>
                  </a:cubicBezTo>
                  <a:cubicBezTo>
                    <a:pt x="4191" y="45698"/>
                    <a:pt x="0" y="41507"/>
                    <a:pt x="0" y="36300"/>
                  </a:cubicBezTo>
                  <a:cubicBezTo>
                    <a:pt x="0" y="31093"/>
                    <a:pt x="4191" y="26902"/>
                    <a:pt x="9398" y="26902"/>
                  </a:cubicBezTo>
                  <a:cubicBezTo>
                    <a:pt x="16510" y="26902"/>
                    <a:pt x="22225" y="26648"/>
                    <a:pt x="26416" y="26140"/>
                  </a:cubicBezTo>
                  <a:lnTo>
                    <a:pt x="27432" y="35538"/>
                  </a:lnTo>
                  <a:lnTo>
                    <a:pt x="24892" y="26521"/>
                  </a:lnTo>
                  <a:cubicBezTo>
                    <a:pt x="28575" y="25505"/>
                    <a:pt x="32512" y="23600"/>
                    <a:pt x="36322" y="20298"/>
                  </a:cubicBezTo>
                  <a:lnTo>
                    <a:pt x="42418" y="27537"/>
                  </a:lnTo>
                  <a:lnTo>
                    <a:pt x="34798" y="22076"/>
                  </a:lnTo>
                  <a:cubicBezTo>
                    <a:pt x="37465" y="18266"/>
                    <a:pt x="39624" y="13440"/>
                    <a:pt x="40894" y="7344"/>
                  </a:cubicBezTo>
                  <a:cubicBezTo>
                    <a:pt x="42037" y="2264"/>
                    <a:pt x="47117" y="-911"/>
                    <a:pt x="52070" y="232"/>
                  </a:cubicBezTo>
                  <a:cubicBezTo>
                    <a:pt x="57023" y="1375"/>
                    <a:pt x="60325" y="6455"/>
                    <a:pt x="59182" y="11408"/>
                  </a:cubicBezTo>
                  <a:close/>
                </a:path>
              </a:pathLst>
            </a:custGeom>
            <a:solidFill>
              <a:srgbClr val="84C1FA"/>
            </a:solidFill>
          </p:spPr>
        </p:sp>
        <p:sp>
          <p:nvSpPr>
            <p:cNvPr name="Freeform 76" id="76"/>
            <p:cNvSpPr/>
            <p:nvPr/>
          </p:nvSpPr>
          <p:spPr>
            <a:xfrm flipH="false" flipV="false" rot="0">
              <a:off x="337629" y="483044"/>
              <a:ext cx="44075" cy="27944"/>
            </a:xfrm>
            <a:custGeom>
              <a:avLst/>
              <a:gdLst/>
              <a:ahLst/>
              <a:cxnLst/>
              <a:rect r="r" b="b" t="t" l="l"/>
              <a:pathLst>
                <a:path h="27944" w="44075">
                  <a:moveTo>
                    <a:pt x="33336" y="27748"/>
                  </a:moveTo>
                  <a:cubicBezTo>
                    <a:pt x="26605" y="26986"/>
                    <a:pt x="20763" y="25335"/>
                    <a:pt x="14794" y="22922"/>
                  </a:cubicBezTo>
                  <a:cubicBezTo>
                    <a:pt x="14540" y="22795"/>
                    <a:pt x="14286" y="22668"/>
                    <a:pt x="14159" y="22541"/>
                  </a:cubicBezTo>
                  <a:lnTo>
                    <a:pt x="5015" y="17715"/>
                  </a:lnTo>
                  <a:cubicBezTo>
                    <a:pt x="443" y="15302"/>
                    <a:pt x="-1335" y="9587"/>
                    <a:pt x="1078" y="5015"/>
                  </a:cubicBezTo>
                  <a:cubicBezTo>
                    <a:pt x="3491" y="443"/>
                    <a:pt x="9206" y="-1335"/>
                    <a:pt x="13778" y="1078"/>
                  </a:cubicBezTo>
                  <a:lnTo>
                    <a:pt x="22922" y="5904"/>
                  </a:lnTo>
                  <a:lnTo>
                    <a:pt x="18604" y="14286"/>
                  </a:lnTo>
                  <a:lnTo>
                    <a:pt x="22287" y="5650"/>
                  </a:lnTo>
                  <a:cubicBezTo>
                    <a:pt x="26478" y="7428"/>
                    <a:pt x="30542" y="8571"/>
                    <a:pt x="35749" y="9206"/>
                  </a:cubicBezTo>
                  <a:cubicBezTo>
                    <a:pt x="40956" y="9841"/>
                    <a:pt x="44639" y="14540"/>
                    <a:pt x="44004" y="19620"/>
                  </a:cubicBezTo>
                  <a:cubicBezTo>
                    <a:pt x="43369" y="24700"/>
                    <a:pt x="38670" y="28510"/>
                    <a:pt x="33590" y="27875"/>
                  </a:cubicBezTo>
                  <a:close/>
                </a:path>
              </a:pathLst>
            </a:custGeom>
            <a:solidFill>
              <a:srgbClr val="84C1FA"/>
            </a:solidFill>
          </p:spPr>
        </p:sp>
        <p:sp>
          <p:nvSpPr>
            <p:cNvPr name="Freeform 77" id="77"/>
            <p:cNvSpPr/>
            <p:nvPr/>
          </p:nvSpPr>
          <p:spPr>
            <a:xfrm flipH="false" flipV="false" rot="0">
              <a:off x="122300" y="63500"/>
              <a:ext cx="230631" cy="230631"/>
            </a:xfrm>
            <a:custGeom>
              <a:avLst/>
              <a:gdLst/>
              <a:ahLst/>
              <a:cxnLst/>
              <a:rect r="r" b="b" t="t" l="l"/>
              <a:pathLst>
                <a:path h="230631" w="230631">
                  <a:moveTo>
                    <a:pt x="230631" y="115315"/>
                  </a:moveTo>
                  <a:cubicBezTo>
                    <a:pt x="230631" y="122935"/>
                    <a:pt x="229869" y="130428"/>
                    <a:pt x="228472" y="137794"/>
                  </a:cubicBezTo>
                  <a:lnTo>
                    <a:pt x="219201" y="136016"/>
                  </a:lnTo>
                  <a:lnTo>
                    <a:pt x="228472" y="137794"/>
                  </a:lnTo>
                  <a:cubicBezTo>
                    <a:pt x="226948" y="145287"/>
                    <a:pt x="224789" y="152399"/>
                    <a:pt x="221868" y="159384"/>
                  </a:cubicBezTo>
                  <a:lnTo>
                    <a:pt x="213232" y="155828"/>
                  </a:lnTo>
                  <a:lnTo>
                    <a:pt x="221868" y="159384"/>
                  </a:lnTo>
                  <a:cubicBezTo>
                    <a:pt x="218947" y="166369"/>
                    <a:pt x="215391" y="173100"/>
                    <a:pt x="211200" y="179323"/>
                  </a:cubicBezTo>
                  <a:lnTo>
                    <a:pt x="203326" y="174116"/>
                  </a:lnTo>
                  <a:lnTo>
                    <a:pt x="211200" y="179323"/>
                  </a:lnTo>
                  <a:cubicBezTo>
                    <a:pt x="207009" y="185673"/>
                    <a:pt x="202184" y="191515"/>
                    <a:pt x="196850" y="196849"/>
                  </a:cubicBezTo>
                  <a:lnTo>
                    <a:pt x="190246" y="190245"/>
                  </a:lnTo>
                  <a:lnTo>
                    <a:pt x="196850" y="196849"/>
                  </a:lnTo>
                  <a:cubicBezTo>
                    <a:pt x="191516" y="202183"/>
                    <a:pt x="185674" y="207009"/>
                    <a:pt x="179324" y="211200"/>
                  </a:cubicBezTo>
                  <a:lnTo>
                    <a:pt x="174117" y="203326"/>
                  </a:lnTo>
                  <a:lnTo>
                    <a:pt x="179324" y="211200"/>
                  </a:lnTo>
                  <a:cubicBezTo>
                    <a:pt x="172974" y="215391"/>
                    <a:pt x="166370" y="218947"/>
                    <a:pt x="159385" y="221868"/>
                  </a:cubicBezTo>
                  <a:lnTo>
                    <a:pt x="155829" y="213232"/>
                  </a:lnTo>
                  <a:lnTo>
                    <a:pt x="159385" y="221868"/>
                  </a:lnTo>
                  <a:cubicBezTo>
                    <a:pt x="152400" y="224789"/>
                    <a:pt x="145161" y="226948"/>
                    <a:pt x="137795" y="228472"/>
                  </a:cubicBezTo>
                  <a:lnTo>
                    <a:pt x="136017" y="219201"/>
                  </a:lnTo>
                  <a:lnTo>
                    <a:pt x="137795" y="228472"/>
                  </a:lnTo>
                  <a:cubicBezTo>
                    <a:pt x="130302" y="229996"/>
                    <a:pt x="122809" y="230631"/>
                    <a:pt x="115316" y="230631"/>
                  </a:cubicBezTo>
                  <a:lnTo>
                    <a:pt x="115316" y="221233"/>
                  </a:lnTo>
                  <a:lnTo>
                    <a:pt x="115316" y="230631"/>
                  </a:lnTo>
                  <a:cubicBezTo>
                    <a:pt x="107696" y="230631"/>
                    <a:pt x="100203" y="229869"/>
                    <a:pt x="92837" y="228472"/>
                  </a:cubicBezTo>
                  <a:cubicBezTo>
                    <a:pt x="85471" y="226948"/>
                    <a:pt x="78232" y="224789"/>
                    <a:pt x="71247" y="221868"/>
                  </a:cubicBezTo>
                  <a:lnTo>
                    <a:pt x="74803" y="213232"/>
                  </a:lnTo>
                  <a:lnTo>
                    <a:pt x="71247" y="221868"/>
                  </a:lnTo>
                  <a:cubicBezTo>
                    <a:pt x="64262" y="218947"/>
                    <a:pt x="57531" y="215391"/>
                    <a:pt x="51308" y="211200"/>
                  </a:cubicBezTo>
                  <a:lnTo>
                    <a:pt x="56515" y="203326"/>
                  </a:lnTo>
                  <a:lnTo>
                    <a:pt x="51308" y="211200"/>
                  </a:lnTo>
                  <a:cubicBezTo>
                    <a:pt x="44958" y="207009"/>
                    <a:pt x="39243" y="202183"/>
                    <a:pt x="33782" y="196849"/>
                  </a:cubicBezTo>
                  <a:lnTo>
                    <a:pt x="40386" y="190245"/>
                  </a:lnTo>
                  <a:lnTo>
                    <a:pt x="33782" y="196849"/>
                  </a:lnTo>
                  <a:cubicBezTo>
                    <a:pt x="28448" y="191515"/>
                    <a:pt x="23622" y="185673"/>
                    <a:pt x="19431" y="179323"/>
                  </a:cubicBezTo>
                  <a:cubicBezTo>
                    <a:pt x="15240" y="172973"/>
                    <a:pt x="11684" y="166369"/>
                    <a:pt x="8763" y="159384"/>
                  </a:cubicBezTo>
                  <a:lnTo>
                    <a:pt x="17399" y="155828"/>
                  </a:lnTo>
                  <a:lnTo>
                    <a:pt x="8763" y="159384"/>
                  </a:lnTo>
                  <a:cubicBezTo>
                    <a:pt x="5842" y="152399"/>
                    <a:pt x="3683" y="145160"/>
                    <a:pt x="2159" y="137794"/>
                  </a:cubicBezTo>
                  <a:lnTo>
                    <a:pt x="11430" y="136016"/>
                  </a:lnTo>
                  <a:lnTo>
                    <a:pt x="2159" y="137794"/>
                  </a:lnTo>
                  <a:cubicBezTo>
                    <a:pt x="635" y="130301"/>
                    <a:pt x="0" y="122808"/>
                    <a:pt x="0" y="115315"/>
                  </a:cubicBezTo>
                  <a:lnTo>
                    <a:pt x="9398" y="115315"/>
                  </a:lnTo>
                  <a:lnTo>
                    <a:pt x="0" y="115315"/>
                  </a:lnTo>
                  <a:cubicBezTo>
                    <a:pt x="0" y="107695"/>
                    <a:pt x="762" y="100202"/>
                    <a:pt x="2159" y="92836"/>
                  </a:cubicBezTo>
                  <a:lnTo>
                    <a:pt x="11430" y="94614"/>
                  </a:lnTo>
                  <a:lnTo>
                    <a:pt x="2159" y="92836"/>
                  </a:lnTo>
                  <a:cubicBezTo>
                    <a:pt x="3683" y="85470"/>
                    <a:pt x="5842" y="78232"/>
                    <a:pt x="8763" y="71247"/>
                  </a:cubicBezTo>
                  <a:lnTo>
                    <a:pt x="17399" y="74803"/>
                  </a:lnTo>
                  <a:lnTo>
                    <a:pt x="8763" y="71247"/>
                  </a:lnTo>
                  <a:cubicBezTo>
                    <a:pt x="11684" y="64262"/>
                    <a:pt x="15240" y="57658"/>
                    <a:pt x="19431" y="51308"/>
                  </a:cubicBezTo>
                  <a:cubicBezTo>
                    <a:pt x="23622" y="45085"/>
                    <a:pt x="28448" y="39243"/>
                    <a:pt x="33782" y="33782"/>
                  </a:cubicBezTo>
                  <a:lnTo>
                    <a:pt x="40386" y="40386"/>
                  </a:lnTo>
                  <a:lnTo>
                    <a:pt x="33782" y="33782"/>
                  </a:lnTo>
                  <a:cubicBezTo>
                    <a:pt x="39116" y="28448"/>
                    <a:pt x="44958" y="23622"/>
                    <a:pt x="51308" y="19431"/>
                  </a:cubicBezTo>
                  <a:lnTo>
                    <a:pt x="56515" y="27305"/>
                  </a:lnTo>
                  <a:lnTo>
                    <a:pt x="51308" y="19431"/>
                  </a:lnTo>
                  <a:cubicBezTo>
                    <a:pt x="57658" y="15240"/>
                    <a:pt x="64262" y="11684"/>
                    <a:pt x="71247" y="8763"/>
                  </a:cubicBezTo>
                  <a:lnTo>
                    <a:pt x="74803" y="17399"/>
                  </a:lnTo>
                  <a:lnTo>
                    <a:pt x="71247" y="8763"/>
                  </a:lnTo>
                  <a:cubicBezTo>
                    <a:pt x="78232" y="5842"/>
                    <a:pt x="85471" y="3683"/>
                    <a:pt x="92837" y="2159"/>
                  </a:cubicBezTo>
                  <a:cubicBezTo>
                    <a:pt x="100330" y="635"/>
                    <a:pt x="107823" y="0"/>
                    <a:pt x="115316" y="0"/>
                  </a:cubicBezTo>
                  <a:lnTo>
                    <a:pt x="115316" y="9398"/>
                  </a:lnTo>
                  <a:lnTo>
                    <a:pt x="115316" y="0"/>
                  </a:lnTo>
                  <a:cubicBezTo>
                    <a:pt x="122936" y="0"/>
                    <a:pt x="130429" y="762"/>
                    <a:pt x="137795" y="2159"/>
                  </a:cubicBezTo>
                  <a:lnTo>
                    <a:pt x="136017" y="11430"/>
                  </a:lnTo>
                  <a:lnTo>
                    <a:pt x="137795" y="2159"/>
                  </a:lnTo>
                  <a:cubicBezTo>
                    <a:pt x="145161" y="3683"/>
                    <a:pt x="152400" y="5842"/>
                    <a:pt x="159385" y="8763"/>
                  </a:cubicBezTo>
                  <a:cubicBezTo>
                    <a:pt x="166370" y="11684"/>
                    <a:pt x="172974" y="15240"/>
                    <a:pt x="179324" y="19431"/>
                  </a:cubicBezTo>
                  <a:lnTo>
                    <a:pt x="174117" y="27305"/>
                  </a:lnTo>
                  <a:lnTo>
                    <a:pt x="179324" y="19431"/>
                  </a:lnTo>
                  <a:cubicBezTo>
                    <a:pt x="185674" y="23622"/>
                    <a:pt x="191389" y="28448"/>
                    <a:pt x="196850" y="33782"/>
                  </a:cubicBezTo>
                  <a:lnTo>
                    <a:pt x="190246" y="40386"/>
                  </a:lnTo>
                  <a:lnTo>
                    <a:pt x="196850" y="33782"/>
                  </a:lnTo>
                  <a:cubicBezTo>
                    <a:pt x="202184" y="39116"/>
                    <a:pt x="207009" y="44958"/>
                    <a:pt x="211200" y="51308"/>
                  </a:cubicBezTo>
                  <a:lnTo>
                    <a:pt x="203326" y="56515"/>
                  </a:lnTo>
                  <a:lnTo>
                    <a:pt x="211200" y="51308"/>
                  </a:lnTo>
                  <a:cubicBezTo>
                    <a:pt x="215391" y="57531"/>
                    <a:pt x="218947" y="64262"/>
                    <a:pt x="221868" y="71247"/>
                  </a:cubicBezTo>
                  <a:lnTo>
                    <a:pt x="213232" y="74803"/>
                  </a:lnTo>
                  <a:lnTo>
                    <a:pt x="221868" y="71247"/>
                  </a:lnTo>
                  <a:cubicBezTo>
                    <a:pt x="224789" y="78232"/>
                    <a:pt x="226948" y="85470"/>
                    <a:pt x="228472" y="92836"/>
                  </a:cubicBezTo>
                  <a:lnTo>
                    <a:pt x="219201" y="94614"/>
                  </a:lnTo>
                  <a:lnTo>
                    <a:pt x="228472" y="92836"/>
                  </a:lnTo>
                  <a:cubicBezTo>
                    <a:pt x="229996" y="100329"/>
                    <a:pt x="230631" y="107822"/>
                    <a:pt x="230631" y="115315"/>
                  </a:cubicBezTo>
                  <a:lnTo>
                    <a:pt x="221233" y="115315"/>
                  </a:lnTo>
                  <a:lnTo>
                    <a:pt x="230631" y="115315"/>
                  </a:lnTo>
                  <a:moveTo>
                    <a:pt x="211835" y="115315"/>
                  </a:moveTo>
                  <a:cubicBezTo>
                    <a:pt x="211835" y="108965"/>
                    <a:pt x="211200" y="102742"/>
                    <a:pt x="209930" y="96519"/>
                  </a:cubicBezTo>
                  <a:cubicBezTo>
                    <a:pt x="208660" y="90296"/>
                    <a:pt x="206882" y="84200"/>
                    <a:pt x="204469" y="78359"/>
                  </a:cubicBezTo>
                  <a:cubicBezTo>
                    <a:pt x="202057" y="72517"/>
                    <a:pt x="199136" y="66929"/>
                    <a:pt x="195580" y="61722"/>
                  </a:cubicBezTo>
                  <a:cubicBezTo>
                    <a:pt x="192024" y="56515"/>
                    <a:pt x="188087" y="51562"/>
                    <a:pt x="183642" y="47117"/>
                  </a:cubicBezTo>
                  <a:cubicBezTo>
                    <a:pt x="179197" y="42672"/>
                    <a:pt x="174244" y="38608"/>
                    <a:pt x="169037" y="35179"/>
                  </a:cubicBezTo>
                  <a:cubicBezTo>
                    <a:pt x="163830" y="31623"/>
                    <a:pt x="158242" y="28702"/>
                    <a:pt x="152400" y="26289"/>
                  </a:cubicBezTo>
                  <a:lnTo>
                    <a:pt x="155956" y="17653"/>
                  </a:lnTo>
                  <a:lnTo>
                    <a:pt x="152400" y="26289"/>
                  </a:lnTo>
                  <a:cubicBezTo>
                    <a:pt x="146558" y="23876"/>
                    <a:pt x="140462" y="21971"/>
                    <a:pt x="134239" y="20828"/>
                  </a:cubicBezTo>
                  <a:cubicBezTo>
                    <a:pt x="128016" y="19558"/>
                    <a:pt x="121793" y="18923"/>
                    <a:pt x="115443" y="18923"/>
                  </a:cubicBezTo>
                  <a:cubicBezTo>
                    <a:pt x="109093" y="18923"/>
                    <a:pt x="102870" y="19558"/>
                    <a:pt x="96647" y="20828"/>
                  </a:cubicBezTo>
                  <a:lnTo>
                    <a:pt x="94869" y="11557"/>
                  </a:lnTo>
                  <a:lnTo>
                    <a:pt x="96647" y="20828"/>
                  </a:lnTo>
                  <a:cubicBezTo>
                    <a:pt x="90424" y="22098"/>
                    <a:pt x="84328" y="23876"/>
                    <a:pt x="78486" y="26289"/>
                  </a:cubicBezTo>
                  <a:cubicBezTo>
                    <a:pt x="72644" y="28702"/>
                    <a:pt x="67056" y="31750"/>
                    <a:pt x="61849" y="35179"/>
                  </a:cubicBezTo>
                  <a:cubicBezTo>
                    <a:pt x="56642" y="38735"/>
                    <a:pt x="51689" y="42672"/>
                    <a:pt x="47244" y="47117"/>
                  </a:cubicBezTo>
                  <a:cubicBezTo>
                    <a:pt x="42799" y="51562"/>
                    <a:pt x="38735" y="56515"/>
                    <a:pt x="35179" y="61722"/>
                  </a:cubicBezTo>
                  <a:lnTo>
                    <a:pt x="27305" y="56515"/>
                  </a:lnTo>
                  <a:lnTo>
                    <a:pt x="35179" y="61722"/>
                  </a:lnTo>
                  <a:cubicBezTo>
                    <a:pt x="31623" y="66929"/>
                    <a:pt x="28702" y="72517"/>
                    <a:pt x="26289" y="78359"/>
                  </a:cubicBezTo>
                  <a:cubicBezTo>
                    <a:pt x="23876" y="84200"/>
                    <a:pt x="21971" y="90296"/>
                    <a:pt x="20828" y="96519"/>
                  </a:cubicBezTo>
                  <a:cubicBezTo>
                    <a:pt x="19558" y="102742"/>
                    <a:pt x="18923" y="108965"/>
                    <a:pt x="18923" y="115315"/>
                  </a:cubicBezTo>
                  <a:cubicBezTo>
                    <a:pt x="18923" y="121665"/>
                    <a:pt x="19558" y="127888"/>
                    <a:pt x="20828" y="134111"/>
                  </a:cubicBezTo>
                  <a:cubicBezTo>
                    <a:pt x="22098" y="140334"/>
                    <a:pt x="23876" y="146303"/>
                    <a:pt x="26289" y="152272"/>
                  </a:cubicBezTo>
                  <a:cubicBezTo>
                    <a:pt x="28702" y="158241"/>
                    <a:pt x="31750" y="163702"/>
                    <a:pt x="35179" y="168909"/>
                  </a:cubicBezTo>
                  <a:lnTo>
                    <a:pt x="27305" y="174116"/>
                  </a:lnTo>
                  <a:lnTo>
                    <a:pt x="35179" y="168909"/>
                  </a:lnTo>
                  <a:cubicBezTo>
                    <a:pt x="38735" y="174243"/>
                    <a:pt x="42672" y="179069"/>
                    <a:pt x="47244" y="183514"/>
                  </a:cubicBezTo>
                  <a:cubicBezTo>
                    <a:pt x="51689" y="187959"/>
                    <a:pt x="56642" y="192023"/>
                    <a:pt x="61849" y="195452"/>
                  </a:cubicBezTo>
                  <a:cubicBezTo>
                    <a:pt x="67056" y="199008"/>
                    <a:pt x="72644" y="201929"/>
                    <a:pt x="78486" y="204342"/>
                  </a:cubicBezTo>
                  <a:cubicBezTo>
                    <a:pt x="84328" y="206755"/>
                    <a:pt x="90424" y="208660"/>
                    <a:pt x="96647" y="209803"/>
                  </a:cubicBezTo>
                  <a:lnTo>
                    <a:pt x="94869" y="219074"/>
                  </a:lnTo>
                  <a:lnTo>
                    <a:pt x="96647" y="209803"/>
                  </a:lnTo>
                  <a:cubicBezTo>
                    <a:pt x="102870" y="211073"/>
                    <a:pt x="109093" y="211708"/>
                    <a:pt x="115443" y="211708"/>
                  </a:cubicBezTo>
                  <a:cubicBezTo>
                    <a:pt x="121793" y="211708"/>
                    <a:pt x="128016" y="211073"/>
                    <a:pt x="134239" y="209803"/>
                  </a:cubicBezTo>
                  <a:cubicBezTo>
                    <a:pt x="140462" y="208533"/>
                    <a:pt x="146558" y="206755"/>
                    <a:pt x="152400" y="204342"/>
                  </a:cubicBezTo>
                  <a:cubicBezTo>
                    <a:pt x="158242" y="201929"/>
                    <a:pt x="163830" y="199008"/>
                    <a:pt x="169037" y="195452"/>
                  </a:cubicBezTo>
                  <a:cubicBezTo>
                    <a:pt x="174244" y="191896"/>
                    <a:pt x="179197" y="187959"/>
                    <a:pt x="183642" y="183514"/>
                  </a:cubicBezTo>
                  <a:cubicBezTo>
                    <a:pt x="188087" y="179069"/>
                    <a:pt x="192151" y="174116"/>
                    <a:pt x="195580" y="168909"/>
                  </a:cubicBezTo>
                  <a:cubicBezTo>
                    <a:pt x="199136" y="163575"/>
                    <a:pt x="202057" y="158114"/>
                    <a:pt x="204469" y="152272"/>
                  </a:cubicBezTo>
                  <a:cubicBezTo>
                    <a:pt x="206882" y="146430"/>
                    <a:pt x="208787" y="140461"/>
                    <a:pt x="209930" y="134111"/>
                  </a:cubicBezTo>
                  <a:cubicBezTo>
                    <a:pt x="211200" y="127888"/>
                    <a:pt x="211835" y="121665"/>
                    <a:pt x="211835" y="115315"/>
                  </a:cubicBezTo>
                  <a:close/>
                </a:path>
              </a:pathLst>
            </a:custGeom>
            <a:solidFill>
              <a:srgbClr val="84C1FA"/>
            </a:solidFill>
          </p:spPr>
        </p:sp>
        <p:sp>
          <p:nvSpPr>
            <p:cNvPr name="Freeform 78" id="78"/>
            <p:cNvSpPr/>
            <p:nvPr/>
          </p:nvSpPr>
          <p:spPr>
            <a:xfrm flipH="false" flipV="false" rot="0">
              <a:off x="63500" y="404237"/>
              <a:ext cx="19180" cy="63886"/>
            </a:xfrm>
            <a:custGeom>
              <a:avLst/>
              <a:gdLst/>
              <a:ahLst/>
              <a:cxnLst/>
              <a:rect r="r" b="b" t="t" l="l"/>
              <a:pathLst>
                <a:path h="63886" w="19180">
                  <a:moveTo>
                    <a:pt x="0" y="54358"/>
                  </a:moveTo>
                  <a:lnTo>
                    <a:pt x="381" y="9274"/>
                  </a:lnTo>
                  <a:cubicBezTo>
                    <a:pt x="381" y="4067"/>
                    <a:pt x="4699" y="-124"/>
                    <a:pt x="9906" y="3"/>
                  </a:cubicBezTo>
                  <a:cubicBezTo>
                    <a:pt x="15113" y="130"/>
                    <a:pt x="19304" y="4321"/>
                    <a:pt x="19177" y="9528"/>
                  </a:cubicBezTo>
                  <a:lnTo>
                    <a:pt x="18796" y="54612"/>
                  </a:lnTo>
                  <a:cubicBezTo>
                    <a:pt x="18796" y="59819"/>
                    <a:pt x="14478" y="64010"/>
                    <a:pt x="9271" y="63883"/>
                  </a:cubicBezTo>
                  <a:cubicBezTo>
                    <a:pt x="4064" y="63756"/>
                    <a:pt x="0" y="59565"/>
                    <a:pt x="0" y="54358"/>
                  </a:cubicBezTo>
                  <a:close/>
                </a:path>
              </a:pathLst>
            </a:custGeom>
            <a:solidFill>
              <a:srgbClr val="84C1FA"/>
            </a:solidFill>
          </p:spPr>
        </p:sp>
        <p:sp>
          <p:nvSpPr>
            <p:cNvPr name="Freeform 79" id="79"/>
            <p:cNvSpPr/>
            <p:nvPr/>
          </p:nvSpPr>
          <p:spPr>
            <a:xfrm flipH="false" flipV="false" rot="0">
              <a:off x="283082" y="372871"/>
              <a:ext cx="73660" cy="18796"/>
            </a:xfrm>
            <a:custGeom>
              <a:avLst/>
              <a:gdLst/>
              <a:ahLst/>
              <a:cxnLst/>
              <a:rect r="r" b="b" t="t" l="l"/>
              <a:pathLst>
                <a:path h="18796" w="73660">
                  <a:moveTo>
                    <a:pt x="64261" y="18796"/>
                  </a:moveTo>
                  <a:lnTo>
                    <a:pt x="9398" y="18796"/>
                  </a:lnTo>
                  <a:cubicBezTo>
                    <a:pt x="4191" y="18796"/>
                    <a:pt x="0" y="14605"/>
                    <a:pt x="0" y="9398"/>
                  </a:cubicBezTo>
                  <a:cubicBezTo>
                    <a:pt x="0" y="4191"/>
                    <a:pt x="4191" y="0"/>
                    <a:pt x="9398" y="0"/>
                  </a:cubicBezTo>
                  <a:lnTo>
                    <a:pt x="64261" y="0"/>
                  </a:lnTo>
                  <a:cubicBezTo>
                    <a:pt x="69468" y="0"/>
                    <a:pt x="73659" y="4191"/>
                    <a:pt x="73659" y="9398"/>
                  </a:cubicBezTo>
                  <a:cubicBezTo>
                    <a:pt x="73659" y="14605"/>
                    <a:pt x="69468" y="18796"/>
                    <a:pt x="64261" y="18796"/>
                  </a:cubicBezTo>
                  <a:close/>
                </a:path>
              </a:pathLst>
            </a:custGeom>
            <a:solidFill>
              <a:srgbClr val="84C1FA"/>
            </a:solidFill>
          </p:spPr>
        </p:sp>
        <p:sp>
          <p:nvSpPr>
            <p:cNvPr name="Freeform 80" id="80"/>
            <p:cNvSpPr/>
            <p:nvPr/>
          </p:nvSpPr>
          <p:spPr>
            <a:xfrm flipH="false" flipV="false" rot="0">
              <a:off x="337564" y="372871"/>
              <a:ext cx="19177" cy="129032"/>
            </a:xfrm>
            <a:custGeom>
              <a:avLst/>
              <a:gdLst/>
              <a:ahLst/>
              <a:cxnLst/>
              <a:rect r="r" b="b" t="t" l="l"/>
              <a:pathLst>
                <a:path h="129032" w="19177">
                  <a:moveTo>
                    <a:pt x="0" y="119633"/>
                  </a:moveTo>
                  <a:lnTo>
                    <a:pt x="381" y="9398"/>
                  </a:lnTo>
                  <a:cubicBezTo>
                    <a:pt x="381" y="4191"/>
                    <a:pt x="4572" y="0"/>
                    <a:pt x="9779" y="0"/>
                  </a:cubicBezTo>
                  <a:cubicBezTo>
                    <a:pt x="14986" y="0"/>
                    <a:pt x="19177" y="4191"/>
                    <a:pt x="19177" y="9398"/>
                  </a:cubicBezTo>
                  <a:lnTo>
                    <a:pt x="18796" y="119633"/>
                  </a:lnTo>
                  <a:cubicBezTo>
                    <a:pt x="18796" y="124840"/>
                    <a:pt x="14605" y="129031"/>
                    <a:pt x="9398" y="129031"/>
                  </a:cubicBezTo>
                  <a:cubicBezTo>
                    <a:pt x="4191" y="129031"/>
                    <a:pt x="0" y="124840"/>
                    <a:pt x="0" y="119633"/>
                  </a:cubicBezTo>
                  <a:close/>
                </a:path>
              </a:pathLst>
            </a:custGeom>
            <a:solidFill>
              <a:srgbClr val="84C1FA"/>
            </a:solidFill>
          </p:spPr>
        </p:sp>
        <p:sp>
          <p:nvSpPr>
            <p:cNvPr name="Freeform 81" id="81"/>
            <p:cNvSpPr/>
            <p:nvPr/>
          </p:nvSpPr>
          <p:spPr>
            <a:xfrm flipH="false" flipV="false" rot="0">
              <a:off x="415415" y="362203"/>
              <a:ext cx="68707" cy="18923"/>
            </a:xfrm>
            <a:custGeom>
              <a:avLst/>
              <a:gdLst/>
              <a:ahLst/>
              <a:cxnLst/>
              <a:rect r="r" b="b" t="t" l="l"/>
              <a:pathLst>
                <a:path h="18923" w="68707">
                  <a:moveTo>
                    <a:pt x="9398" y="0"/>
                  </a:moveTo>
                  <a:lnTo>
                    <a:pt x="59309" y="127"/>
                  </a:lnTo>
                  <a:cubicBezTo>
                    <a:pt x="64516" y="127"/>
                    <a:pt x="68707" y="4318"/>
                    <a:pt x="68707" y="9525"/>
                  </a:cubicBezTo>
                  <a:cubicBezTo>
                    <a:pt x="68707" y="14732"/>
                    <a:pt x="64516" y="18923"/>
                    <a:pt x="59309" y="18923"/>
                  </a:cubicBezTo>
                  <a:lnTo>
                    <a:pt x="9398" y="18796"/>
                  </a:lnTo>
                  <a:cubicBezTo>
                    <a:pt x="4191" y="18796"/>
                    <a:pt x="0" y="14605"/>
                    <a:pt x="0" y="9398"/>
                  </a:cubicBezTo>
                  <a:cubicBezTo>
                    <a:pt x="0" y="4191"/>
                    <a:pt x="4191" y="0"/>
                    <a:pt x="9398" y="0"/>
                  </a:cubicBezTo>
                  <a:close/>
                </a:path>
              </a:pathLst>
            </a:custGeom>
            <a:solidFill>
              <a:srgbClr val="84C1FA"/>
            </a:solidFill>
          </p:spPr>
        </p:sp>
        <p:sp>
          <p:nvSpPr>
            <p:cNvPr name="Freeform 82" id="82"/>
            <p:cNvSpPr/>
            <p:nvPr/>
          </p:nvSpPr>
          <p:spPr>
            <a:xfrm flipH="false" flipV="false" rot="0">
              <a:off x="188340" y="302132"/>
              <a:ext cx="100838" cy="18923"/>
            </a:xfrm>
            <a:custGeom>
              <a:avLst/>
              <a:gdLst/>
              <a:ahLst/>
              <a:cxnLst/>
              <a:rect r="r" b="b" t="t" l="l"/>
              <a:pathLst>
                <a:path h="18923" w="100838">
                  <a:moveTo>
                    <a:pt x="9398" y="0"/>
                  </a:moveTo>
                  <a:lnTo>
                    <a:pt x="91440" y="127"/>
                  </a:lnTo>
                  <a:cubicBezTo>
                    <a:pt x="96647" y="127"/>
                    <a:pt x="100838" y="4318"/>
                    <a:pt x="100838" y="9525"/>
                  </a:cubicBezTo>
                  <a:cubicBezTo>
                    <a:pt x="100838" y="14732"/>
                    <a:pt x="96647" y="18923"/>
                    <a:pt x="91440" y="18923"/>
                  </a:cubicBezTo>
                  <a:lnTo>
                    <a:pt x="9398" y="18796"/>
                  </a:lnTo>
                  <a:cubicBezTo>
                    <a:pt x="4191" y="18796"/>
                    <a:pt x="0" y="14605"/>
                    <a:pt x="0" y="9398"/>
                  </a:cubicBezTo>
                  <a:cubicBezTo>
                    <a:pt x="0" y="4191"/>
                    <a:pt x="4191" y="0"/>
                    <a:pt x="9398" y="0"/>
                  </a:cubicBezTo>
                  <a:close/>
                </a:path>
              </a:pathLst>
            </a:custGeom>
            <a:solidFill>
              <a:srgbClr val="84C1FA"/>
            </a:solidFill>
          </p:spPr>
        </p:sp>
        <p:sp>
          <p:nvSpPr>
            <p:cNvPr name="Freeform 83" id="83"/>
            <p:cNvSpPr/>
            <p:nvPr/>
          </p:nvSpPr>
          <p:spPr>
            <a:xfrm flipH="false" flipV="false" rot="0">
              <a:off x="277875" y="401573"/>
              <a:ext cx="18923" cy="100330"/>
            </a:xfrm>
            <a:custGeom>
              <a:avLst/>
              <a:gdLst/>
              <a:ahLst/>
              <a:cxnLst/>
              <a:rect r="r" b="b" t="t" l="l"/>
              <a:pathLst>
                <a:path h="100330" w="18923">
                  <a:moveTo>
                    <a:pt x="18796" y="9398"/>
                  </a:moveTo>
                  <a:lnTo>
                    <a:pt x="18923" y="90931"/>
                  </a:lnTo>
                  <a:cubicBezTo>
                    <a:pt x="18923" y="96138"/>
                    <a:pt x="14732" y="100329"/>
                    <a:pt x="9525" y="100329"/>
                  </a:cubicBezTo>
                  <a:cubicBezTo>
                    <a:pt x="4318" y="100329"/>
                    <a:pt x="127" y="96138"/>
                    <a:pt x="127" y="90931"/>
                  </a:cubicBezTo>
                  <a:lnTo>
                    <a:pt x="0" y="9398"/>
                  </a:lnTo>
                  <a:cubicBezTo>
                    <a:pt x="0" y="4191"/>
                    <a:pt x="4191" y="0"/>
                    <a:pt x="9398" y="0"/>
                  </a:cubicBezTo>
                  <a:cubicBezTo>
                    <a:pt x="14605" y="0"/>
                    <a:pt x="18796" y="4191"/>
                    <a:pt x="18796" y="9398"/>
                  </a:cubicBezTo>
                  <a:close/>
                </a:path>
              </a:pathLst>
            </a:custGeom>
            <a:solidFill>
              <a:srgbClr val="84C1FA"/>
            </a:solidFill>
          </p:spPr>
        </p:sp>
        <p:sp>
          <p:nvSpPr>
            <p:cNvPr name="Freeform 84" id="84"/>
            <p:cNvSpPr/>
            <p:nvPr/>
          </p:nvSpPr>
          <p:spPr>
            <a:xfrm flipH="false" flipV="false" rot="0">
              <a:off x="270356" y="302386"/>
              <a:ext cx="91455" cy="40375"/>
            </a:xfrm>
            <a:custGeom>
              <a:avLst/>
              <a:gdLst/>
              <a:ahLst/>
              <a:cxnLst/>
              <a:rect r="r" b="b" t="t" l="l"/>
              <a:pathLst>
                <a:path h="40375" w="91455">
                  <a:moveTo>
                    <a:pt x="10059" y="0"/>
                  </a:moveTo>
                  <a:cubicBezTo>
                    <a:pt x="34951" y="1778"/>
                    <a:pt x="61874" y="7239"/>
                    <a:pt x="87020" y="22987"/>
                  </a:cubicBezTo>
                  <a:cubicBezTo>
                    <a:pt x="91465" y="25781"/>
                    <a:pt x="92735" y="31496"/>
                    <a:pt x="90068" y="35941"/>
                  </a:cubicBezTo>
                  <a:cubicBezTo>
                    <a:pt x="87401" y="40386"/>
                    <a:pt x="81559" y="41656"/>
                    <a:pt x="77114" y="38989"/>
                  </a:cubicBezTo>
                  <a:cubicBezTo>
                    <a:pt x="55397" y="25527"/>
                    <a:pt x="31903" y="20447"/>
                    <a:pt x="8662" y="18796"/>
                  </a:cubicBezTo>
                  <a:cubicBezTo>
                    <a:pt x="3455" y="18415"/>
                    <a:pt x="-355" y="13843"/>
                    <a:pt x="26" y="8763"/>
                  </a:cubicBezTo>
                  <a:cubicBezTo>
                    <a:pt x="407" y="3683"/>
                    <a:pt x="4979" y="-254"/>
                    <a:pt x="10059" y="127"/>
                  </a:cubicBezTo>
                  <a:close/>
                </a:path>
              </a:pathLst>
            </a:custGeom>
            <a:solidFill>
              <a:srgbClr val="84C1FA"/>
            </a:solidFill>
          </p:spPr>
        </p:sp>
        <p:sp>
          <p:nvSpPr>
            <p:cNvPr name="Freeform 85" id="85"/>
            <p:cNvSpPr/>
            <p:nvPr/>
          </p:nvSpPr>
          <p:spPr>
            <a:xfrm flipH="false" flipV="false" rot="0">
              <a:off x="479286" y="404230"/>
              <a:ext cx="28975" cy="79775"/>
            </a:xfrm>
            <a:custGeom>
              <a:avLst/>
              <a:gdLst/>
              <a:ahLst/>
              <a:cxnLst/>
              <a:rect r="r" b="b" t="t" l="l"/>
              <a:pathLst>
                <a:path h="79775" w="28975">
                  <a:moveTo>
                    <a:pt x="28839" y="10932"/>
                  </a:moveTo>
                  <a:lnTo>
                    <a:pt x="18679" y="71891"/>
                  </a:lnTo>
                  <a:cubicBezTo>
                    <a:pt x="17790" y="76971"/>
                    <a:pt x="12964" y="80527"/>
                    <a:pt x="7884" y="79638"/>
                  </a:cubicBezTo>
                  <a:cubicBezTo>
                    <a:pt x="2804" y="78749"/>
                    <a:pt x="-752" y="73923"/>
                    <a:pt x="137" y="68843"/>
                  </a:cubicBezTo>
                  <a:lnTo>
                    <a:pt x="10297" y="7884"/>
                  </a:lnTo>
                  <a:cubicBezTo>
                    <a:pt x="11186" y="2804"/>
                    <a:pt x="16012" y="-752"/>
                    <a:pt x="21092" y="137"/>
                  </a:cubicBezTo>
                  <a:cubicBezTo>
                    <a:pt x="26172" y="1026"/>
                    <a:pt x="29728" y="5852"/>
                    <a:pt x="28839" y="10932"/>
                  </a:cubicBezTo>
                  <a:close/>
                </a:path>
              </a:pathLst>
            </a:custGeom>
            <a:solidFill>
              <a:srgbClr val="84C1FA"/>
            </a:solidFill>
          </p:spPr>
        </p:sp>
        <p:sp>
          <p:nvSpPr>
            <p:cNvPr name="Freeform 86" id="86"/>
            <p:cNvSpPr/>
            <p:nvPr/>
          </p:nvSpPr>
          <p:spPr>
            <a:xfrm flipH="false" flipV="false" rot="0">
              <a:off x="362710" y="491996"/>
              <a:ext cx="94742" cy="18923"/>
            </a:xfrm>
            <a:custGeom>
              <a:avLst/>
              <a:gdLst/>
              <a:ahLst/>
              <a:cxnLst/>
              <a:rect r="r" b="b" t="t" l="l"/>
              <a:pathLst>
                <a:path h="18923" w="94742">
                  <a:moveTo>
                    <a:pt x="85344" y="18923"/>
                  </a:moveTo>
                  <a:lnTo>
                    <a:pt x="9398" y="18796"/>
                  </a:lnTo>
                  <a:cubicBezTo>
                    <a:pt x="4191" y="18796"/>
                    <a:pt x="0" y="14605"/>
                    <a:pt x="0" y="9398"/>
                  </a:cubicBezTo>
                  <a:cubicBezTo>
                    <a:pt x="0" y="4191"/>
                    <a:pt x="4191" y="0"/>
                    <a:pt x="9398" y="0"/>
                  </a:cubicBezTo>
                  <a:lnTo>
                    <a:pt x="85344" y="127"/>
                  </a:lnTo>
                  <a:cubicBezTo>
                    <a:pt x="90551" y="127"/>
                    <a:pt x="94742" y="4318"/>
                    <a:pt x="94742" y="9525"/>
                  </a:cubicBezTo>
                  <a:cubicBezTo>
                    <a:pt x="94742" y="14732"/>
                    <a:pt x="90551" y="18923"/>
                    <a:pt x="85344" y="18923"/>
                  </a:cubicBezTo>
                  <a:close/>
                </a:path>
              </a:pathLst>
            </a:custGeom>
            <a:solidFill>
              <a:srgbClr val="84C1FA"/>
            </a:solidFill>
          </p:spPr>
        </p:sp>
      </p:grpSp>
      <p:grpSp>
        <p:nvGrpSpPr>
          <p:cNvPr name="Group 87" id="87"/>
          <p:cNvGrpSpPr/>
          <p:nvPr/>
        </p:nvGrpSpPr>
        <p:grpSpPr>
          <a:xfrm rot="0">
            <a:off x="11979578" y="3764392"/>
            <a:ext cx="917706" cy="916504"/>
            <a:chOff x="0" y="0"/>
            <a:chExt cx="574446" cy="573684"/>
          </a:xfrm>
        </p:grpSpPr>
        <p:sp>
          <p:nvSpPr>
            <p:cNvPr name="Freeform 88" id="88"/>
            <p:cNvSpPr/>
            <p:nvPr/>
          </p:nvSpPr>
          <p:spPr>
            <a:xfrm flipH="false" flipV="false" rot="0">
              <a:off x="423120" y="63492"/>
              <a:ext cx="44877" cy="47759"/>
            </a:xfrm>
            <a:custGeom>
              <a:avLst/>
              <a:gdLst/>
              <a:ahLst/>
              <a:cxnLst/>
              <a:rect r="r" b="b" t="t" l="l"/>
              <a:pathLst>
                <a:path h="47759" w="44877">
                  <a:moveTo>
                    <a:pt x="8682" y="389"/>
                  </a:moveTo>
                  <a:cubicBezTo>
                    <a:pt x="15540" y="-246"/>
                    <a:pt x="19858" y="-119"/>
                    <a:pt x="23668" y="897"/>
                  </a:cubicBezTo>
                  <a:cubicBezTo>
                    <a:pt x="24303" y="1024"/>
                    <a:pt x="24811" y="1278"/>
                    <a:pt x="25319" y="1532"/>
                  </a:cubicBezTo>
                  <a:cubicBezTo>
                    <a:pt x="31669" y="4452"/>
                    <a:pt x="37003" y="9024"/>
                    <a:pt x="40813" y="14612"/>
                  </a:cubicBezTo>
                  <a:cubicBezTo>
                    <a:pt x="41194" y="15120"/>
                    <a:pt x="41448" y="15628"/>
                    <a:pt x="41702" y="16263"/>
                  </a:cubicBezTo>
                  <a:cubicBezTo>
                    <a:pt x="43480" y="20454"/>
                    <a:pt x="44242" y="23756"/>
                    <a:pt x="44750" y="28074"/>
                  </a:cubicBezTo>
                  <a:cubicBezTo>
                    <a:pt x="44750" y="28455"/>
                    <a:pt x="44877" y="28836"/>
                    <a:pt x="44877" y="29217"/>
                  </a:cubicBezTo>
                  <a:lnTo>
                    <a:pt x="44877" y="38361"/>
                  </a:lnTo>
                  <a:cubicBezTo>
                    <a:pt x="44877" y="43568"/>
                    <a:pt x="40686" y="47759"/>
                    <a:pt x="35479" y="47759"/>
                  </a:cubicBezTo>
                  <a:cubicBezTo>
                    <a:pt x="30272" y="47759"/>
                    <a:pt x="26081" y="43568"/>
                    <a:pt x="26081" y="38361"/>
                  </a:cubicBezTo>
                  <a:lnTo>
                    <a:pt x="26081" y="29090"/>
                  </a:lnTo>
                  <a:lnTo>
                    <a:pt x="35479" y="29090"/>
                  </a:lnTo>
                  <a:lnTo>
                    <a:pt x="26081" y="30233"/>
                  </a:lnTo>
                  <a:cubicBezTo>
                    <a:pt x="25700" y="27439"/>
                    <a:pt x="25319" y="25788"/>
                    <a:pt x="24303" y="23375"/>
                  </a:cubicBezTo>
                  <a:lnTo>
                    <a:pt x="32939" y="19819"/>
                  </a:lnTo>
                  <a:lnTo>
                    <a:pt x="25065" y="25026"/>
                  </a:lnTo>
                  <a:cubicBezTo>
                    <a:pt x="23287" y="22359"/>
                    <a:pt x="20620" y="20073"/>
                    <a:pt x="17572" y="18676"/>
                  </a:cubicBezTo>
                  <a:lnTo>
                    <a:pt x="21382" y="10040"/>
                  </a:lnTo>
                  <a:lnTo>
                    <a:pt x="19096" y="19184"/>
                  </a:lnTo>
                  <a:cubicBezTo>
                    <a:pt x="18080" y="18930"/>
                    <a:pt x="16175" y="18676"/>
                    <a:pt x="10333" y="19184"/>
                  </a:cubicBezTo>
                  <a:cubicBezTo>
                    <a:pt x="5126" y="19692"/>
                    <a:pt x="554" y="15882"/>
                    <a:pt x="46" y="10675"/>
                  </a:cubicBezTo>
                  <a:cubicBezTo>
                    <a:pt x="-462" y="5468"/>
                    <a:pt x="3348" y="897"/>
                    <a:pt x="8555" y="389"/>
                  </a:cubicBezTo>
                  <a:close/>
                </a:path>
              </a:pathLst>
            </a:custGeom>
            <a:solidFill>
              <a:srgbClr val="84C1FA"/>
            </a:solidFill>
          </p:spPr>
        </p:sp>
        <p:sp>
          <p:nvSpPr>
            <p:cNvPr name="Freeform 89" id="89"/>
            <p:cNvSpPr/>
            <p:nvPr/>
          </p:nvSpPr>
          <p:spPr>
            <a:xfrm flipH="false" flipV="false" rot="0">
              <a:off x="277830" y="417272"/>
              <a:ext cx="56692" cy="45007"/>
            </a:xfrm>
            <a:custGeom>
              <a:avLst/>
              <a:gdLst/>
              <a:ahLst/>
              <a:cxnLst/>
              <a:rect r="r" b="b" t="t" l="l"/>
              <a:pathLst>
                <a:path h="45007" w="56692">
                  <a:moveTo>
                    <a:pt x="18716" y="8175"/>
                  </a:moveTo>
                  <a:cubicBezTo>
                    <a:pt x="19224" y="13128"/>
                    <a:pt x="20875" y="17573"/>
                    <a:pt x="23415" y="21383"/>
                  </a:cubicBezTo>
                  <a:lnTo>
                    <a:pt x="15668" y="26717"/>
                  </a:lnTo>
                  <a:lnTo>
                    <a:pt x="22018" y="19732"/>
                  </a:lnTo>
                  <a:cubicBezTo>
                    <a:pt x="25320" y="22780"/>
                    <a:pt x="29384" y="24939"/>
                    <a:pt x="33321" y="26082"/>
                  </a:cubicBezTo>
                  <a:lnTo>
                    <a:pt x="30781" y="35099"/>
                  </a:lnTo>
                  <a:lnTo>
                    <a:pt x="31670" y="25701"/>
                  </a:lnTo>
                  <a:cubicBezTo>
                    <a:pt x="33575" y="25828"/>
                    <a:pt x="38655" y="26082"/>
                    <a:pt x="47418" y="26209"/>
                  </a:cubicBezTo>
                  <a:cubicBezTo>
                    <a:pt x="52625" y="26209"/>
                    <a:pt x="56816" y="30527"/>
                    <a:pt x="56689" y="35734"/>
                  </a:cubicBezTo>
                  <a:cubicBezTo>
                    <a:pt x="56562" y="40941"/>
                    <a:pt x="52371" y="45132"/>
                    <a:pt x="47164" y="45005"/>
                  </a:cubicBezTo>
                  <a:cubicBezTo>
                    <a:pt x="38655" y="44878"/>
                    <a:pt x="32686" y="44751"/>
                    <a:pt x="29892" y="44497"/>
                  </a:cubicBezTo>
                  <a:cubicBezTo>
                    <a:pt x="29384" y="44497"/>
                    <a:pt x="28749" y="44370"/>
                    <a:pt x="28241" y="44243"/>
                  </a:cubicBezTo>
                  <a:cubicBezTo>
                    <a:pt x="21510" y="42338"/>
                    <a:pt x="14906" y="38782"/>
                    <a:pt x="9445" y="33829"/>
                  </a:cubicBezTo>
                  <a:cubicBezTo>
                    <a:pt x="8937" y="33321"/>
                    <a:pt x="8429" y="32813"/>
                    <a:pt x="8048" y="32178"/>
                  </a:cubicBezTo>
                  <a:cubicBezTo>
                    <a:pt x="3603" y="25701"/>
                    <a:pt x="936" y="18208"/>
                    <a:pt x="47" y="10334"/>
                  </a:cubicBezTo>
                  <a:cubicBezTo>
                    <a:pt x="-461" y="5127"/>
                    <a:pt x="3222" y="555"/>
                    <a:pt x="8429" y="47"/>
                  </a:cubicBezTo>
                  <a:cubicBezTo>
                    <a:pt x="13636" y="-461"/>
                    <a:pt x="18208" y="3222"/>
                    <a:pt x="18716" y="8429"/>
                  </a:cubicBezTo>
                  <a:close/>
                </a:path>
              </a:pathLst>
            </a:custGeom>
            <a:solidFill>
              <a:srgbClr val="84C1FA"/>
            </a:solidFill>
          </p:spPr>
        </p:sp>
        <p:sp>
          <p:nvSpPr>
            <p:cNvPr name="Freeform 90" id="90"/>
            <p:cNvSpPr/>
            <p:nvPr/>
          </p:nvSpPr>
          <p:spPr>
            <a:xfrm flipH="false" flipV="false" rot="0">
              <a:off x="108712" y="269873"/>
              <a:ext cx="73914" cy="19050"/>
            </a:xfrm>
            <a:custGeom>
              <a:avLst/>
              <a:gdLst/>
              <a:ahLst/>
              <a:cxnLst/>
              <a:rect r="r" b="b" t="t" l="l"/>
              <a:pathLst>
                <a:path h="19050" w="73914">
                  <a:moveTo>
                    <a:pt x="64517" y="18796"/>
                  </a:moveTo>
                  <a:lnTo>
                    <a:pt x="9398" y="19050"/>
                  </a:lnTo>
                  <a:cubicBezTo>
                    <a:pt x="4191" y="19050"/>
                    <a:pt x="0" y="14859"/>
                    <a:pt x="0" y="9652"/>
                  </a:cubicBezTo>
                  <a:cubicBezTo>
                    <a:pt x="0" y="4445"/>
                    <a:pt x="4191" y="254"/>
                    <a:pt x="9398" y="254"/>
                  </a:cubicBezTo>
                  <a:lnTo>
                    <a:pt x="64517" y="0"/>
                  </a:lnTo>
                  <a:cubicBezTo>
                    <a:pt x="69724" y="0"/>
                    <a:pt x="73915" y="4191"/>
                    <a:pt x="73915" y="9398"/>
                  </a:cubicBezTo>
                  <a:cubicBezTo>
                    <a:pt x="73915" y="14605"/>
                    <a:pt x="69724" y="18796"/>
                    <a:pt x="64517" y="18796"/>
                  </a:cubicBezTo>
                  <a:close/>
                </a:path>
              </a:pathLst>
            </a:custGeom>
            <a:solidFill>
              <a:srgbClr val="84C1FA"/>
            </a:solidFill>
          </p:spPr>
        </p:sp>
        <p:sp>
          <p:nvSpPr>
            <p:cNvPr name="Freeform 91" id="91"/>
            <p:cNvSpPr/>
            <p:nvPr/>
          </p:nvSpPr>
          <p:spPr>
            <a:xfrm flipH="false" flipV="false" rot="0">
              <a:off x="109441" y="270093"/>
              <a:ext cx="54424" cy="159071"/>
            </a:xfrm>
            <a:custGeom>
              <a:avLst/>
              <a:gdLst/>
              <a:ahLst/>
              <a:cxnLst/>
              <a:rect r="r" b="b" t="t" l="l"/>
              <a:pathLst>
                <a:path h="159071" w="54424">
                  <a:moveTo>
                    <a:pt x="35848" y="151925"/>
                  </a:moveTo>
                  <a:lnTo>
                    <a:pt x="287" y="11718"/>
                  </a:lnTo>
                  <a:cubicBezTo>
                    <a:pt x="-983" y="6638"/>
                    <a:pt x="2065" y="1558"/>
                    <a:pt x="7145" y="288"/>
                  </a:cubicBezTo>
                  <a:cubicBezTo>
                    <a:pt x="12225" y="-982"/>
                    <a:pt x="17306" y="2066"/>
                    <a:pt x="18575" y="7146"/>
                  </a:cubicBezTo>
                  <a:lnTo>
                    <a:pt x="54136" y="147353"/>
                  </a:lnTo>
                  <a:cubicBezTo>
                    <a:pt x="55406" y="152433"/>
                    <a:pt x="52358" y="157513"/>
                    <a:pt x="47278" y="158783"/>
                  </a:cubicBezTo>
                  <a:cubicBezTo>
                    <a:pt x="42198" y="160053"/>
                    <a:pt x="37118" y="157005"/>
                    <a:pt x="35848" y="151925"/>
                  </a:cubicBezTo>
                  <a:close/>
                </a:path>
              </a:pathLst>
            </a:custGeom>
            <a:solidFill>
              <a:srgbClr val="84C1FA"/>
            </a:solidFill>
          </p:spPr>
        </p:sp>
        <p:sp>
          <p:nvSpPr>
            <p:cNvPr name="Freeform 92" id="92"/>
            <p:cNvSpPr/>
            <p:nvPr/>
          </p:nvSpPr>
          <p:spPr>
            <a:xfrm flipH="false" flipV="false" rot="0">
              <a:off x="144954" y="410253"/>
              <a:ext cx="19973" cy="20862"/>
            </a:xfrm>
            <a:custGeom>
              <a:avLst/>
              <a:gdLst/>
              <a:ahLst/>
              <a:cxnLst/>
              <a:rect r="r" b="b" t="t" l="l"/>
              <a:pathLst>
                <a:path h="20862" w="19973">
                  <a:moveTo>
                    <a:pt x="17607" y="4780"/>
                  </a:moveTo>
                  <a:lnTo>
                    <a:pt x="18750" y="6812"/>
                  </a:lnTo>
                  <a:cubicBezTo>
                    <a:pt x="21290" y="11384"/>
                    <a:pt x="19766" y="17099"/>
                    <a:pt x="15194" y="19639"/>
                  </a:cubicBezTo>
                  <a:cubicBezTo>
                    <a:pt x="10622" y="22179"/>
                    <a:pt x="4907" y="20655"/>
                    <a:pt x="2367" y="16083"/>
                  </a:cubicBezTo>
                  <a:lnTo>
                    <a:pt x="1224" y="14051"/>
                  </a:lnTo>
                  <a:cubicBezTo>
                    <a:pt x="-1316" y="9479"/>
                    <a:pt x="208" y="3764"/>
                    <a:pt x="4780" y="1224"/>
                  </a:cubicBezTo>
                  <a:cubicBezTo>
                    <a:pt x="9352" y="-1316"/>
                    <a:pt x="15067" y="208"/>
                    <a:pt x="17607" y="4780"/>
                  </a:cubicBezTo>
                  <a:close/>
                </a:path>
              </a:pathLst>
            </a:custGeom>
            <a:solidFill>
              <a:srgbClr val="84C1FA"/>
            </a:solidFill>
          </p:spPr>
        </p:sp>
        <p:sp>
          <p:nvSpPr>
            <p:cNvPr name="Freeform 93" id="93"/>
            <p:cNvSpPr/>
            <p:nvPr/>
          </p:nvSpPr>
          <p:spPr>
            <a:xfrm flipH="false" flipV="false" rot="0">
              <a:off x="146245" y="412307"/>
              <a:ext cx="20311" cy="20692"/>
            </a:xfrm>
            <a:custGeom>
              <a:avLst/>
              <a:gdLst/>
              <a:ahLst/>
              <a:cxnLst/>
              <a:rect r="r" b="b" t="t" l="l"/>
              <a:pathLst>
                <a:path h="20692" w="20311">
                  <a:moveTo>
                    <a:pt x="16824" y="3615"/>
                  </a:moveTo>
                  <a:lnTo>
                    <a:pt x="18348" y="5520"/>
                  </a:lnTo>
                  <a:cubicBezTo>
                    <a:pt x="21523" y="9584"/>
                    <a:pt x="20761" y="15553"/>
                    <a:pt x="16697" y="18728"/>
                  </a:cubicBezTo>
                  <a:cubicBezTo>
                    <a:pt x="12633" y="21903"/>
                    <a:pt x="6664" y="21141"/>
                    <a:pt x="3489" y="17077"/>
                  </a:cubicBezTo>
                  <a:lnTo>
                    <a:pt x="1965" y="15172"/>
                  </a:lnTo>
                  <a:cubicBezTo>
                    <a:pt x="-1210" y="11108"/>
                    <a:pt x="-448" y="5139"/>
                    <a:pt x="3616" y="1964"/>
                  </a:cubicBezTo>
                  <a:cubicBezTo>
                    <a:pt x="7680" y="-1211"/>
                    <a:pt x="13649" y="-449"/>
                    <a:pt x="16824" y="3615"/>
                  </a:cubicBezTo>
                  <a:close/>
                </a:path>
              </a:pathLst>
            </a:custGeom>
            <a:solidFill>
              <a:srgbClr val="84C1FA"/>
            </a:solidFill>
          </p:spPr>
        </p:sp>
        <p:sp>
          <p:nvSpPr>
            <p:cNvPr name="Freeform 94" id="94"/>
            <p:cNvSpPr/>
            <p:nvPr/>
          </p:nvSpPr>
          <p:spPr>
            <a:xfrm flipH="false" flipV="false" rot="0">
              <a:off x="147593" y="414290"/>
              <a:ext cx="20664" cy="20410"/>
            </a:xfrm>
            <a:custGeom>
              <a:avLst/>
              <a:gdLst/>
              <a:ahLst/>
              <a:cxnLst/>
              <a:rect r="r" b="b" t="t" l="l"/>
              <a:pathLst>
                <a:path h="20410" w="20664">
                  <a:moveTo>
                    <a:pt x="15730" y="2394"/>
                  </a:moveTo>
                  <a:lnTo>
                    <a:pt x="17508" y="3918"/>
                  </a:lnTo>
                  <a:cubicBezTo>
                    <a:pt x="21445" y="7347"/>
                    <a:pt x="21699" y="13316"/>
                    <a:pt x="18270" y="17253"/>
                  </a:cubicBezTo>
                  <a:cubicBezTo>
                    <a:pt x="14841" y="21190"/>
                    <a:pt x="8872" y="21444"/>
                    <a:pt x="4935" y="18015"/>
                  </a:cubicBezTo>
                  <a:lnTo>
                    <a:pt x="3157" y="16491"/>
                  </a:lnTo>
                  <a:cubicBezTo>
                    <a:pt x="-780" y="13062"/>
                    <a:pt x="-1034" y="7093"/>
                    <a:pt x="2395" y="3156"/>
                  </a:cubicBezTo>
                  <a:cubicBezTo>
                    <a:pt x="5824" y="-781"/>
                    <a:pt x="11793" y="-1035"/>
                    <a:pt x="15730" y="2394"/>
                  </a:cubicBezTo>
                  <a:close/>
                </a:path>
              </a:pathLst>
            </a:custGeom>
            <a:solidFill>
              <a:srgbClr val="84C1FA"/>
            </a:solidFill>
          </p:spPr>
        </p:sp>
        <p:sp>
          <p:nvSpPr>
            <p:cNvPr name="Freeform 95" id="95"/>
            <p:cNvSpPr/>
            <p:nvPr/>
          </p:nvSpPr>
          <p:spPr>
            <a:xfrm flipH="false" flipV="false" rot="0">
              <a:off x="149399" y="415841"/>
              <a:ext cx="20863" cy="20101"/>
            </a:xfrm>
            <a:custGeom>
              <a:avLst/>
              <a:gdLst/>
              <a:ahLst/>
              <a:cxnLst/>
              <a:rect r="r" b="b" t="t" l="l"/>
              <a:pathLst>
                <a:path h="20101" w="20863">
                  <a:moveTo>
                    <a:pt x="14305" y="1351"/>
                  </a:moveTo>
                  <a:lnTo>
                    <a:pt x="16337" y="2621"/>
                  </a:lnTo>
                  <a:cubicBezTo>
                    <a:pt x="20782" y="5288"/>
                    <a:pt x="22179" y="11130"/>
                    <a:pt x="19512" y="15575"/>
                  </a:cubicBezTo>
                  <a:cubicBezTo>
                    <a:pt x="16845" y="20020"/>
                    <a:pt x="11003" y="21417"/>
                    <a:pt x="6558" y="18750"/>
                  </a:cubicBezTo>
                  <a:lnTo>
                    <a:pt x="4526" y="17480"/>
                  </a:lnTo>
                  <a:cubicBezTo>
                    <a:pt x="81" y="14813"/>
                    <a:pt x="-1316" y="8971"/>
                    <a:pt x="1351" y="4526"/>
                  </a:cubicBezTo>
                  <a:cubicBezTo>
                    <a:pt x="4018" y="81"/>
                    <a:pt x="9860" y="-1316"/>
                    <a:pt x="14305" y="1351"/>
                  </a:cubicBezTo>
                  <a:close/>
                </a:path>
              </a:pathLst>
            </a:custGeom>
            <a:solidFill>
              <a:srgbClr val="84C1FA"/>
            </a:solidFill>
          </p:spPr>
        </p:sp>
        <p:sp>
          <p:nvSpPr>
            <p:cNvPr name="Freeform 96" id="96"/>
            <p:cNvSpPr/>
            <p:nvPr/>
          </p:nvSpPr>
          <p:spPr>
            <a:xfrm flipH="false" flipV="false" rot="0">
              <a:off x="151404" y="416958"/>
              <a:ext cx="20915" cy="19772"/>
            </a:xfrm>
            <a:custGeom>
              <a:avLst/>
              <a:gdLst/>
              <a:ahLst/>
              <a:cxnLst/>
              <a:rect r="r" b="b" t="t" l="l"/>
              <a:pathLst>
                <a:path h="19772" w="20915">
                  <a:moveTo>
                    <a:pt x="13062" y="742"/>
                  </a:moveTo>
                  <a:lnTo>
                    <a:pt x="15094" y="1631"/>
                  </a:lnTo>
                  <a:cubicBezTo>
                    <a:pt x="19920" y="3663"/>
                    <a:pt x="22206" y="9124"/>
                    <a:pt x="20174" y="13950"/>
                  </a:cubicBezTo>
                  <a:cubicBezTo>
                    <a:pt x="18142" y="18776"/>
                    <a:pt x="12681" y="21062"/>
                    <a:pt x="7855" y="19030"/>
                  </a:cubicBezTo>
                  <a:lnTo>
                    <a:pt x="5823" y="18141"/>
                  </a:lnTo>
                  <a:cubicBezTo>
                    <a:pt x="997" y="16109"/>
                    <a:pt x="-1289" y="10648"/>
                    <a:pt x="743" y="5822"/>
                  </a:cubicBezTo>
                  <a:cubicBezTo>
                    <a:pt x="2775" y="996"/>
                    <a:pt x="8236" y="-1290"/>
                    <a:pt x="13062" y="742"/>
                  </a:cubicBezTo>
                  <a:close/>
                </a:path>
              </a:pathLst>
            </a:custGeom>
            <a:solidFill>
              <a:srgbClr val="84C1FA"/>
            </a:solidFill>
          </p:spPr>
        </p:sp>
        <p:sp>
          <p:nvSpPr>
            <p:cNvPr name="Freeform 97" id="97"/>
            <p:cNvSpPr/>
            <p:nvPr/>
          </p:nvSpPr>
          <p:spPr>
            <a:xfrm flipH="false" flipV="false" rot="0">
              <a:off x="153628" y="417911"/>
              <a:ext cx="20786" cy="19389"/>
            </a:xfrm>
            <a:custGeom>
              <a:avLst/>
              <a:gdLst/>
              <a:ahLst/>
              <a:cxnLst/>
              <a:rect r="r" b="b" t="t" l="l"/>
              <a:pathLst>
                <a:path h="19389" w="20786">
                  <a:moveTo>
                    <a:pt x="11854" y="297"/>
                  </a:moveTo>
                  <a:lnTo>
                    <a:pt x="13886" y="932"/>
                  </a:lnTo>
                  <a:cubicBezTo>
                    <a:pt x="18839" y="2329"/>
                    <a:pt x="21760" y="7536"/>
                    <a:pt x="20490" y="12489"/>
                  </a:cubicBezTo>
                  <a:cubicBezTo>
                    <a:pt x="19220" y="17442"/>
                    <a:pt x="13886" y="20363"/>
                    <a:pt x="8933" y="19093"/>
                  </a:cubicBezTo>
                  <a:lnTo>
                    <a:pt x="6901" y="18458"/>
                  </a:lnTo>
                  <a:cubicBezTo>
                    <a:pt x="1948" y="17061"/>
                    <a:pt x="-973" y="11854"/>
                    <a:pt x="297" y="6901"/>
                  </a:cubicBezTo>
                  <a:cubicBezTo>
                    <a:pt x="1567" y="1948"/>
                    <a:pt x="6901" y="-973"/>
                    <a:pt x="11854" y="297"/>
                  </a:cubicBezTo>
                  <a:close/>
                </a:path>
              </a:pathLst>
            </a:custGeom>
            <a:solidFill>
              <a:srgbClr val="84C1FA"/>
            </a:solidFill>
          </p:spPr>
        </p:sp>
        <p:sp>
          <p:nvSpPr>
            <p:cNvPr name="Freeform 98" id="98"/>
            <p:cNvSpPr/>
            <p:nvPr/>
          </p:nvSpPr>
          <p:spPr>
            <a:xfrm flipH="false" flipV="false" rot="0">
              <a:off x="155573" y="418078"/>
              <a:ext cx="53600" cy="19182"/>
            </a:xfrm>
            <a:custGeom>
              <a:avLst/>
              <a:gdLst/>
              <a:ahLst/>
              <a:cxnLst/>
              <a:rect r="r" b="b" t="t" l="l"/>
              <a:pathLst>
                <a:path h="19182" w="53600">
                  <a:moveTo>
                    <a:pt x="9274" y="384"/>
                  </a:moveTo>
                  <a:lnTo>
                    <a:pt x="44072" y="3"/>
                  </a:lnTo>
                  <a:cubicBezTo>
                    <a:pt x="49279" y="-124"/>
                    <a:pt x="53470" y="4067"/>
                    <a:pt x="53597" y="9274"/>
                  </a:cubicBezTo>
                  <a:cubicBezTo>
                    <a:pt x="53724" y="14481"/>
                    <a:pt x="49533" y="18672"/>
                    <a:pt x="44326" y="18799"/>
                  </a:cubicBezTo>
                  <a:lnTo>
                    <a:pt x="9528" y="19180"/>
                  </a:lnTo>
                  <a:cubicBezTo>
                    <a:pt x="4321" y="19307"/>
                    <a:pt x="130" y="15116"/>
                    <a:pt x="3" y="9909"/>
                  </a:cubicBezTo>
                  <a:cubicBezTo>
                    <a:pt x="-124" y="4702"/>
                    <a:pt x="4067" y="511"/>
                    <a:pt x="9274" y="384"/>
                  </a:cubicBezTo>
                  <a:close/>
                </a:path>
              </a:pathLst>
            </a:custGeom>
            <a:solidFill>
              <a:srgbClr val="84C1FA"/>
            </a:solidFill>
          </p:spPr>
        </p:sp>
        <p:sp>
          <p:nvSpPr>
            <p:cNvPr name="Freeform 99" id="99"/>
            <p:cNvSpPr/>
            <p:nvPr/>
          </p:nvSpPr>
          <p:spPr>
            <a:xfrm flipH="false" flipV="false" rot="0">
              <a:off x="190442" y="417260"/>
              <a:ext cx="21073" cy="19676"/>
            </a:xfrm>
            <a:custGeom>
              <a:avLst/>
              <a:gdLst/>
              <a:ahLst/>
              <a:cxnLst/>
              <a:rect r="r" b="b" t="t" l="l"/>
              <a:pathLst>
                <a:path h="19676" w="21073">
                  <a:moveTo>
                    <a:pt x="6282" y="1329"/>
                  </a:moveTo>
                  <a:lnTo>
                    <a:pt x="8441" y="567"/>
                  </a:lnTo>
                  <a:cubicBezTo>
                    <a:pt x="13394" y="-1211"/>
                    <a:pt x="18728" y="1329"/>
                    <a:pt x="20506" y="6282"/>
                  </a:cubicBezTo>
                  <a:cubicBezTo>
                    <a:pt x="22284" y="11235"/>
                    <a:pt x="19744" y="16569"/>
                    <a:pt x="14791" y="18347"/>
                  </a:cubicBezTo>
                  <a:lnTo>
                    <a:pt x="12632" y="19109"/>
                  </a:lnTo>
                  <a:cubicBezTo>
                    <a:pt x="7679" y="20887"/>
                    <a:pt x="2345" y="18347"/>
                    <a:pt x="567" y="13394"/>
                  </a:cubicBezTo>
                  <a:cubicBezTo>
                    <a:pt x="-1211" y="8441"/>
                    <a:pt x="1329" y="3107"/>
                    <a:pt x="6282" y="1329"/>
                  </a:cubicBezTo>
                  <a:close/>
                </a:path>
              </a:pathLst>
            </a:custGeom>
            <a:solidFill>
              <a:srgbClr val="84C1FA"/>
            </a:solidFill>
          </p:spPr>
        </p:sp>
        <p:sp>
          <p:nvSpPr>
            <p:cNvPr name="Freeform 100" id="100"/>
            <p:cNvSpPr/>
            <p:nvPr/>
          </p:nvSpPr>
          <p:spPr>
            <a:xfrm flipH="false" flipV="false" rot="0">
              <a:off x="192598" y="416114"/>
              <a:ext cx="20952" cy="19936"/>
            </a:xfrm>
            <a:custGeom>
              <a:avLst/>
              <a:gdLst/>
              <a:ahLst/>
              <a:cxnLst/>
              <a:rect r="r" b="b" t="t" l="l"/>
              <a:pathLst>
                <a:path h="19936" w="20952">
                  <a:moveTo>
                    <a:pt x="5015" y="2221"/>
                  </a:moveTo>
                  <a:lnTo>
                    <a:pt x="7174" y="1078"/>
                  </a:lnTo>
                  <a:cubicBezTo>
                    <a:pt x="11746" y="-1335"/>
                    <a:pt x="17461" y="443"/>
                    <a:pt x="19874" y="5015"/>
                  </a:cubicBezTo>
                  <a:cubicBezTo>
                    <a:pt x="22287" y="9587"/>
                    <a:pt x="20509" y="15302"/>
                    <a:pt x="15937" y="17715"/>
                  </a:cubicBezTo>
                  <a:lnTo>
                    <a:pt x="13778" y="18858"/>
                  </a:lnTo>
                  <a:cubicBezTo>
                    <a:pt x="9206" y="21271"/>
                    <a:pt x="3491" y="19493"/>
                    <a:pt x="1078" y="14921"/>
                  </a:cubicBezTo>
                  <a:cubicBezTo>
                    <a:pt x="-1335" y="10349"/>
                    <a:pt x="443" y="4634"/>
                    <a:pt x="5015" y="2221"/>
                  </a:cubicBezTo>
                  <a:close/>
                </a:path>
              </a:pathLst>
            </a:custGeom>
            <a:solidFill>
              <a:srgbClr val="84C1FA"/>
            </a:solidFill>
          </p:spPr>
        </p:sp>
        <p:sp>
          <p:nvSpPr>
            <p:cNvPr name="Freeform 101" id="101"/>
            <p:cNvSpPr/>
            <p:nvPr/>
          </p:nvSpPr>
          <p:spPr>
            <a:xfrm flipH="false" flipV="false" rot="0">
              <a:off x="194711" y="414671"/>
              <a:ext cx="20663" cy="20282"/>
            </a:xfrm>
            <a:custGeom>
              <a:avLst/>
              <a:gdLst/>
              <a:ahLst/>
              <a:cxnLst/>
              <a:rect r="r" b="b" t="t" l="l"/>
              <a:pathLst>
                <a:path h="20282" w="20663">
                  <a:moveTo>
                    <a:pt x="3537" y="3537"/>
                  </a:moveTo>
                  <a:lnTo>
                    <a:pt x="5442" y="2013"/>
                  </a:lnTo>
                  <a:cubicBezTo>
                    <a:pt x="9506" y="-1162"/>
                    <a:pt x="15475" y="-527"/>
                    <a:pt x="18650" y="3537"/>
                  </a:cubicBezTo>
                  <a:cubicBezTo>
                    <a:pt x="21825" y="7601"/>
                    <a:pt x="21190" y="13570"/>
                    <a:pt x="17126" y="16745"/>
                  </a:cubicBezTo>
                  <a:lnTo>
                    <a:pt x="15221" y="18269"/>
                  </a:lnTo>
                  <a:cubicBezTo>
                    <a:pt x="11157" y="21444"/>
                    <a:pt x="5188" y="20809"/>
                    <a:pt x="2013" y="16745"/>
                  </a:cubicBezTo>
                  <a:cubicBezTo>
                    <a:pt x="-1162" y="12681"/>
                    <a:pt x="-527" y="6712"/>
                    <a:pt x="3537" y="3537"/>
                  </a:cubicBezTo>
                  <a:close/>
                </a:path>
              </a:pathLst>
            </a:custGeom>
            <a:solidFill>
              <a:srgbClr val="84C1FA"/>
            </a:solidFill>
          </p:spPr>
        </p:sp>
        <p:sp>
          <p:nvSpPr>
            <p:cNvPr name="Freeform 102" id="102"/>
            <p:cNvSpPr/>
            <p:nvPr/>
          </p:nvSpPr>
          <p:spPr>
            <a:xfrm flipH="false" flipV="false" rot="0">
              <a:off x="196545" y="412695"/>
              <a:ext cx="20552" cy="20805"/>
            </a:xfrm>
            <a:custGeom>
              <a:avLst/>
              <a:gdLst/>
              <a:ahLst/>
              <a:cxnLst/>
              <a:rect r="r" b="b" t="t" l="l"/>
              <a:pathLst>
                <a:path h="20805" w="20552">
                  <a:moveTo>
                    <a:pt x="2338" y="5132"/>
                  </a:moveTo>
                  <a:lnTo>
                    <a:pt x="3989" y="3227"/>
                  </a:lnTo>
                  <a:cubicBezTo>
                    <a:pt x="7418" y="-710"/>
                    <a:pt x="13387" y="-1091"/>
                    <a:pt x="17324" y="2338"/>
                  </a:cubicBezTo>
                  <a:cubicBezTo>
                    <a:pt x="21261" y="5767"/>
                    <a:pt x="21642" y="11736"/>
                    <a:pt x="18213" y="15673"/>
                  </a:cubicBezTo>
                  <a:lnTo>
                    <a:pt x="16562" y="17578"/>
                  </a:lnTo>
                  <a:cubicBezTo>
                    <a:pt x="13133" y="21515"/>
                    <a:pt x="7164" y="21896"/>
                    <a:pt x="3227" y="18467"/>
                  </a:cubicBezTo>
                  <a:cubicBezTo>
                    <a:pt x="-710" y="15038"/>
                    <a:pt x="-1091" y="9069"/>
                    <a:pt x="2338" y="5132"/>
                  </a:cubicBezTo>
                  <a:close/>
                </a:path>
              </a:pathLst>
            </a:custGeom>
            <a:solidFill>
              <a:srgbClr val="84C1FA"/>
            </a:solidFill>
          </p:spPr>
        </p:sp>
        <p:sp>
          <p:nvSpPr>
            <p:cNvPr name="Freeform 103" id="103"/>
            <p:cNvSpPr/>
            <p:nvPr/>
          </p:nvSpPr>
          <p:spPr>
            <a:xfrm flipH="false" flipV="false" rot="0">
              <a:off x="198233" y="410700"/>
              <a:ext cx="19968" cy="20857"/>
            </a:xfrm>
            <a:custGeom>
              <a:avLst/>
              <a:gdLst/>
              <a:ahLst/>
              <a:cxnLst/>
              <a:rect r="r" b="b" t="t" l="l"/>
              <a:pathLst>
                <a:path h="20857" w="19968">
                  <a:moveTo>
                    <a:pt x="1285" y="6746"/>
                  </a:moveTo>
                  <a:lnTo>
                    <a:pt x="2428" y="4714"/>
                  </a:lnTo>
                  <a:cubicBezTo>
                    <a:pt x="4968" y="269"/>
                    <a:pt x="10810" y="-1382"/>
                    <a:pt x="15255" y="1285"/>
                  </a:cubicBezTo>
                  <a:cubicBezTo>
                    <a:pt x="19700" y="3952"/>
                    <a:pt x="21351" y="9667"/>
                    <a:pt x="18684" y="14112"/>
                  </a:cubicBezTo>
                  <a:lnTo>
                    <a:pt x="17541" y="16144"/>
                  </a:lnTo>
                  <a:cubicBezTo>
                    <a:pt x="15001" y="20589"/>
                    <a:pt x="9159" y="22240"/>
                    <a:pt x="4714" y="19573"/>
                  </a:cubicBezTo>
                  <a:cubicBezTo>
                    <a:pt x="269" y="16906"/>
                    <a:pt x="-1382" y="11191"/>
                    <a:pt x="1285" y="6746"/>
                  </a:cubicBezTo>
                  <a:close/>
                </a:path>
              </a:pathLst>
            </a:custGeom>
            <a:solidFill>
              <a:srgbClr val="84C1FA"/>
            </a:solidFill>
          </p:spPr>
        </p:sp>
        <p:sp>
          <p:nvSpPr>
            <p:cNvPr name="Freeform 104" id="104"/>
            <p:cNvSpPr/>
            <p:nvPr/>
          </p:nvSpPr>
          <p:spPr>
            <a:xfrm flipH="false" flipV="false" rot="0">
              <a:off x="199396" y="408562"/>
              <a:ext cx="19547" cy="20943"/>
            </a:xfrm>
            <a:custGeom>
              <a:avLst/>
              <a:gdLst/>
              <a:ahLst/>
              <a:cxnLst/>
              <a:rect r="r" b="b" t="t" l="l"/>
              <a:pathLst>
                <a:path h="20943" w="19547">
                  <a:moveTo>
                    <a:pt x="503" y="8503"/>
                  </a:moveTo>
                  <a:lnTo>
                    <a:pt x="1265" y="6344"/>
                  </a:lnTo>
                  <a:cubicBezTo>
                    <a:pt x="2916" y="1391"/>
                    <a:pt x="8250" y="-1149"/>
                    <a:pt x="13203" y="502"/>
                  </a:cubicBezTo>
                  <a:cubicBezTo>
                    <a:pt x="18156" y="2153"/>
                    <a:pt x="20696" y="7487"/>
                    <a:pt x="19045" y="12440"/>
                  </a:cubicBezTo>
                  <a:lnTo>
                    <a:pt x="18283" y="14599"/>
                  </a:lnTo>
                  <a:cubicBezTo>
                    <a:pt x="16632" y="19552"/>
                    <a:pt x="11298" y="22092"/>
                    <a:pt x="6345" y="20441"/>
                  </a:cubicBezTo>
                  <a:cubicBezTo>
                    <a:pt x="1392" y="18790"/>
                    <a:pt x="-1148" y="13456"/>
                    <a:pt x="503" y="8503"/>
                  </a:cubicBezTo>
                  <a:close/>
                </a:path>
              </a:pathLst>
            </a:custGeom>
            <a:solidFill>
              <a:srgbClr val="84C1FA"/>
            </a:solidFill>
          </p:spPr>
        </p:sp>
        <p:sp>
          <p:nvSpPr>
            <p:cNvPr name="Freeform 105" id="105"/>
            <p:cNvSpPr/>
            <p:nvPr/>
          </p:nvSpPr>
          <p:spPr>
            <a:xfrm flipH="false" flipV="false" rot="0">
              <a:off x="200174" y="406294"/>
              <a:ext cx="19262" cy="21034"/>
            </a:xfrm>
            <a:custGeom>
              <a:avLst/>
              <a:gdLst/>
              <a:ahLst/>
              <a:cxnLst/>
              <a:rect r="r" b="b" t="t" l="l"/>
              <a:pathLst>
                <a:path h="21034" w="19262">
                  <a:moveTo>
                    <a:pt x="106" y="10136"/>
                  </a:moveTo>
                  <a:lnTo>
                    <a:pt x="487" y="7977"/>
                  </a:lnTo>
                  <a:cubicBezTo>
                    <a:pt x="1249" y="2897"/>
                    <a:pt x="6075" y="-659"/>
                    <a:pt x="11282" y="103"/>
                  </a:cubicBezTo>
                  <a:cubicBezTo>
                    <a:pt x="16489" y="865"/>
                    <a:pt x="19918" y="5691"/>
                    <a:pt x="19156" y="10898"/>
                  </a:cubicBezTo>
                  <a:lnTo>
                    <a:pt x="18775" y="13057"/>
                  </a:lnTo>
                  <a:cubicBezTo>
                    <a:pt x="18013" y="18137"/>
                    <a:pt x="13187" y="21693"/>
                    <a:pt x="7980" y="20931"/>
                  </a:cubicBezTo>
                  <a:cubicBezTo>
                    <a:pt x="2773" y="20169"/>
                    <a:pt x="-656" y="15343"/>
                    <a:pt x="106" y="10136"/>
                  </a:cubicBezTo>
                  <a:close/>
                </a:path>
              </a:pathLst>
            </a:custGeom>
            <a:solidFill>
              <a:srgbClr val="84C1FA"/>
            </a:solidFill>
          </p:spPr>
        </p:sp>
        <p:sp>
          <p:nvSpPr>
            <p:cNvPr name="Freeform 106" id="106"/>
            <p:cNvSpPr/>
            <p:nvPr/>
          </p:nvSpPr>
          <p:spPr>
            <a:xfrm flipH="false" flipV="false" rot="0">
              <a:off x="200534" y="404238"/>
              <a:ext cx="18923" cy="21082"/>
            </a:xfrm>
            <a:custGeom>
              <a:avLst/>
              <a:gdLst/>
              <a:ahLst/>
              <a:cxnLst/>
              <a:rect r="r" b="b" t="t" l="l"/>
              <a:pathLst>
                <a:path h="21082" w="18923">
                  <a:moveTo>
                    <a:pt x="0" y="11557"/>
                  </a:moveTo>
                  <a:lnTo>
                    <a:pt x="0" y="9398"/>
                  </a:lnTo>
                  <a:cubicBezTo>
                    <a:pt x="0" y="4191"/>
                    <a:pt x="4318" y="0"/>
                    <a:pt x="9525" y="0"/>
                  </a:cubicBezTo>
                  <a:cubicBezTo>
                    <a:pt x="14732" y="0"/>
                    <a:pt x="18923" y="4318"/>
                    <a:pt x="18923" y="9525"/>
                  </a:cubicBezTo>
                  <a:lnTo>
                    <a:pt x="18923" y="11684"/>
                  </a:lnTo>
                  <a:cubicBezTo>
                    <a:pt x="18923" y="16891"/>
                    <a:pt x="14605" y="21082"/>
                    <a:pt x="9398" y="21082"/>
                  </a:cubicBezTo>
                  <a:cubicBezTo>
                    <a:pt x="4191" y="21082"/>
                    <a:pt x="0" y="16764"/>
                    <a:pt x="0" y="11557"/>
                  </a:cubicBezTo>
                  <a:close/>
                </a:path>
              </a:pathLst>
            </a:custGeom>
            <a:solidFill>
              <a:srgbClr val="84C1FA"/>
            </a:solidFill>
          </p:spPr>
        </p:sp>
        <p:sp>
          <p:nvSpPr>
            <p:cNvPr name="Freeform 107" id="107"/>
            <p:cNvSpPr/>
            <p:nvPr/>
          </p:nvSpPr>
          <p:spPr>
            <a:xfrm flipH="false" flipV="false" rot="0">
              <a:off x="165567" y="270212"/>
              <a:ext cx="53678" cy="152864"/>
            </a:xfrm>
            <a:custGeom>
              <a:avLst/>
              <a:gdLst/>
              <a:ahLst/>
              <a:cxnLst/>
              <a:rect r="r" b="b" t="t" l="l"/>
              <a:pathLst>
                <a:path h="152864" w="53678">
                  <a:moveTo>
                    <a:pt x="35221" y="145837"/>
                  </a:moveTo>
                  <a:lnTo>
                    <a:pt x="296" y="11726"/>
                  </a:lnTo>
                  <a:cubicBezTo>
                    <a:pt x="-974" y="6646"/>
                    <a:pt x="1947" y="1566"/>
                    <a:pt x="7027" y="296"/>
                  </a:cubicBezTo>
                  <a:cubicBezTo>
                    <a:pt x="12107" y="-974"/>
                    <a:pt x="17187" y="1947"/>
                    <a:pt x="18457" y="7027"/>
                  </a:cubicBezTo>
                  <a:lnTo>
                    <a:pt x="53382" y="141138"/>
                  </a:lnTo>
                  <a:cubicBezTo>
                    <a:pt x="54652" y="146218"/>
                    <a:pt x="51731" y="151298"/>
                    <a:pt x="46651" y="152568"/>
                  </a:cubicBezTo>
                  <a:cubicBezTo>
                    <a:pt x="41571" y="153838"/>
                    <a:pt x="36491" y="150917"/>
                    <a:pt x="35221" y="145837"/>
                  </a:cubicBezTo>
                  <a:close/>
                </a:path>
              </a:pathLst>
            </a:custGeom>
            <a:solidFill>
              <a:srgbClr val="84C1FA"/>
            </a:solidFill>
          </p:spPr>
        </p:sp>
        <p:sp>
          <p:nvSpPr>
            <p:cNvPr name="Freeform 108" id="108"/>
            <p:cNvSpPr/>
            <p:nvPr/>
          </p:nvSpPr>
          <p:spPr>
            <a:xfrm flipH="false" flipV="false" rot="0">
              <a:off x="63489" y="231254"/>
              <a:ext cx="63710" cy="57264"/>
            </a:xfrm>
            <a:custGeom>
              <a:avLst/>
              <a:gdLst/>
              <a:ahLst/>
              <a:cxnLst/>
              <a:rect r="r" b="b" t="t" l="l"/>
              <a:pathLst>
                <a:path h="57264" w="63710">
                  <a:moveTo>
                    <a:pt x="55637" y="56907"/>
                  </a:moveTo>
                  <a:cubicBezTo>
                    <a:pt x="52208" y="57288"/>
                    <a:pt x="48779" y="57415"/>
                    <a:pt x="45350" y="57034"/>
                  </a:cubicBezTo>
                  <a:cubicBezTo>
                    <a:pt x="41921" y="56780"/>
                    <a:pt x="38619" y="56145"/>
                    <a:pt x="35317" y="55129"/>
                  </a:cubicBezTo>
                  <a:cubicBezTo>
                    <a:pt x="32015" y="54113"/>
                    <a:pt x="28840" y="52843"/>
                    <a:pt x="25919" y="51192"/>
                  </a:cubicBezTo>
                  <a:lnTo>
                    <a:pt x="30491" y="42937"/>
                  </a:lnTo>
                  <a:lnTo>
                    <a:pt x="25919" y="51192"/>
                  </a:lnTo>
                  <a:cubicBezTo>
                    <a:pt x="22998" y="49541"/>
                    <a:pt x="20077" y="47636"/>
                    <a:pt x="17537" y="45350"/>
                  </a:cubicBezTo>
                  <a:lnTo>
                    <a:pt x="23633" y="38238"/>
                  </a:lnTo>
                  <a:lnTo>
                    <a:pt x="17537" y="45477"/>
                  </a:lnTo>
                  <a:cubicBezTo>
                    <a:pt x="14870" y="43191"/>
                    <a:pt x="12584" y="40778"/>
                    <a:pt x="10425" y="38111"/>
                  </a:cubicBezTo>
                  <a:lnTo>
                    <a:pt x="17918" y="32396"/>
                  </a:lnTo>
                  <a:lnTo>
                    <a:pt x="10552" y="38238"/>
                  </a:lnTo>
                  <a:cubicBezTo>
                    <a:pt x="8393" y="35571"/>
                    <a:pt x="6615" y="32650"/>
                    <a:pt x="5091" y="29475"/>
                  </a:cubicBezTo>
                  <a:lnTo>
                    <a:pt x="13600" y="25411"/>
                  </a:lnTo>
                  <a:lnTo>
                    <a:pt x="5091" y="29475"/>
                  </a:lnTo>
                  <a:cubicBezTo>
                    <a:pt x="3567" y="26427"/>
                    <a:pt x="2424" y="23125"/>
                    <a:pt x="1535" y="19950"/>
                  </a:cubicBezTo>
                  <a:lnTo>
                    <a:pt x="10679" y="17664"/>
                  </a:lnTo>
                  <a:lnTo>
                    <a:pt x="1535" y="19950"/>
                  </a:lnTo>
                  <a:cubicBezTo>
                    <a:pt x="646" y="16648"/>
                    <a:pt x="138" y="13219"/>
                    <a:pt x="11" y="9790"/>
                  </a:cubicBezTo>
                  <a:cubicBezTo>
                    <a:pt x="-243" y="4583"/>
                    <a:pt x="3821" y="265"/>
                    <a:pt x="9028" y="11"/>
                  </a:cubicBezTo>
                  <a:cubicBezTo>
                    <a:pt x="14235" y="-243"/>
                    <a:pt x="18553" y="3821"/>
                    <a:pt x="18807" y="9028"/>
                  </a:cubicBezTo>
                  <a:cubicBezTo>
                    <a:pt x="18934" y="11187"/>
                    <a:pt x="19188" y="13219"/>
                    <a:pt x="19696" y="15251"/>
                  </a:cubicBezTo>
                  <a:cubicBezTo>
                    <a:pt x="20204" y="17283"/>
                    <a:pt x="20966" y="19315"/>
                    <a:pt x="21855" y="21220"/>
                  </a:cubicBezTo>
                  <a:cubicBezTo>
                    <a:pt x="22744" y="23125"/>
                    <a:pt x="23887" y="24903"/>
                    <a:pt x="25157" y="26554"/>
                  </a:cubicBezTo>
                  <a:cubicBezTo>
                    <a:pt x="26427" y="28205"/>
                    <a:pt x="27951" y="29729"/>
                    <a:pt x="29475" y="31126"/>
                  </a:cubicBezTo>
                  <a:cubicBezTo>
                    <a:pt x="31126" y="32523"/>
                    <a:pt x="32777" y="33666"/>
                    <a:pt x="34682" y="34682"/>
                  </a:cubicBezTo>
                  <a:cubicBezTo>
                    <a:pt x="36587" y="35698"/>
                    <a:pt x="38492" y="36460"/>
                    <a:pt x="40524" y="37095"/>
                  </a:cubicBezTo>
                  <a:lnTo>
                    <a:pt x="37857" y="46112"/>
                  </a:lnTo>
                  <a:lnTo>
                    <a:pt x="40524" y="37095"/>
                  </a:lnTo>
                  <a:cubicBezTo>
                    <a:pt x="42556" y="37730"/>
                    <a:pt x="44715" y="38111"/>
                    <a:pt x="46747" y="38238"/>
                  </a:cubicBezTo>
                  <a:lnTo>
                    <a:pt x="45985" y="47636"/>
                  </a:lnTo>
                  <a:lnTo>
                    <a:pt x="46747" y="38238"/>
                  </a:lnTo>
                  <a:cubicBezTo>
                    <a:pt x="48906" y="38365"/>
                    <a:pt x="50938" y="38365"/>
                    <a:pt x="53097" y="38111"/>
                  </a:cubicBezTo>
                  <a:cubicBezTo>
                    <a:pt x="58304" y="37476"/>
                    <a:pt x="63003" y="41159"/>
                    <a:pt x="63638" y="46239"/>
                  </a:cubicBezTo>
                  <a:cubicBezTo>
                    <a:pt x="64274" y="51319"/>
                    <a:pt x="60590" y="56145"/>
                    <a:pt x="55510" y="56780"/>
                  </a:cubicBezTo>
                  <a:close/>
                </a:path>
              </a:pathLst>
            </a:custGeom>
            <a:solidFill>
              <a:srgbClr val="84C1FA"/>
            </a:solidFill>
          </p:spPr>
        </p:sp>
        <p:sp>
          <p:nvSpPr>
            <p:cNvPr name="Freeform 109" id="109"/>
            <p:cNvSpPr/>
            <p:nvPr/>
          </p:nvSpPr>
          <p:spPr>
            <a:xfrm flipH="false" flipV="false" rot="0">
              <a:off x="163704" y="143509"/>
              <a:ext cx="18923" cy="145160"/>
            </a:xfrm>
            <a:custGeom>
              <a:avLst/>
              <a:gdLst/>
              <a:ahLst/>
              <a:cxnLst/>
              <a:rect r="r" b="b" t="t" l="l"/>
              <a:pathLst>
                <a:path h="145160" w="18923">
                  <a:moveTo>
                    <a:pt x="127" y="135762"/>
                  </a:moveTo>
                  <a:lnTo>
                    <a:pt x="0" y="9398"/>
                  </a:lnTo>
                  <a:cubicBezTo>
                    <a:pt x="0" y="4191"/>
                    <a:pt x="4191" y="0"/>
                    <a:pt x="9398" y="0"/>
                  </a:cubicBezTo>
                  <a:cubicBezTo>
                    <a:pt x="14605" y="0"/>
                    <a:pt x="18796" y="4191"/>
                    <a:pt x="18796" y="9398"/>
                  </a:cubicBezTo>
                  <a:lnTo>
                    <a:pt x="18923" y="135762"/>
                  </a:lnTo>
                  <a:cubicBezTo>
                    <a:pt x="18923" y="140969"/>
                    <a:pt x="14732" y="145160"/>
                    <a:pt x="9525" y="145160"/>
                  </a:cubicBezTo>
                  <a:cubicBezTo>
                    <a:pt x="4318" y="145160"/>
                    <a:pt x="127" y="140969"/>
                    <a:pt x="127" y="135762"/>
                  </a:cubicBezTo>
                  <a:close/>
                </a:path>
              </a:pathLst>
            </a:custGeom>
            <a:solidFill>
              <a:srgbClr val="84C1FA"/>
            </a:solidFill>
          </p:spPr>
        </p:sp>
        <p:sp>
          <p:nvSpPr>
            <p:cNvPr name="Freeform 110" id="110"/>
            <p:cNvSpPr/>
            <p:nvPr/>
          </p:nvSpPr>
          <p:spPr>
            <a:xfrm flipH="false" flipV="false" rot="0">
              <a:off x="163677" y="83666"/>
              <a:ext cx="263325" cy="78538"/>
            </a:xfrm>
            <a:custGeom>
              <a:avLst/>
              <a:gdLst/>
              <a:ahLst/>
              <a:cxnLst/>
              <a:rect r="r" b="b" t="t" l="l"/>
              <a:pathLst>
                <a:path h="78538" w="263325">
                  <a:moveTo>
                    <a:pt x="256187" y="18568"/>
                  </a:moveTo>
                  <a:lnTo>
                    <a:pt x="11711" y="78258"/>
                  </a:lnTo>
                  <a:cubicBezTo>
                    <a:pt x="6631" y="79528"/>
                    <a:pt x="1551" y="76353"/>
                    <a:pt x="281" y="71400"/>
                  </a:cubicBezTo>
                  <a:cubicBezTo>
                    <a:pt x="-989" y="66447"/>
                    <a:pt x="2186" y="61240"/>
                    <a:pt x="7139" y="59970"/>
                  </a:cubicBezTo>
                  <a:lnTo>
                    <a:pt x="251615" y="280"/>
                  </a:lnTo>
                  <a:cubicBezTo>
                    <a:pt x="256695" y="-990"/>
                    <a:pt x="261775" y="2185"/>
                    <a:pt x="263045" y="7138"/>
                  </a:cubicBezTo>
                  <a:cubicBezTo>
                    <a:pt x="264315" y="12091"/>
                    <a:pt x="261140" y="17298"/>
                    <a:pt x="256187" y="18568"/>
                  </a:cubicBezTo>
                  <a:close/>
                </a:path>
              </a:pathLst>
            </a:custGeom>
            <a:solidFill>
              <a:srgbClr val="84C1FA"/>
            </a:solidFill>
          </p:spPr>
        </p:sp>
        <p:sp>
          <p:nvSpPr>
            <p:cNvPr name="Freeform 111" id="111"/>
            <p:cNvSpPr/>
            <p:nvPr/>
          </p:nvSpPr>
          <p:spPr>
            <a:xfrm flipH="false" flipV="false" rot="0">
              <a:off x="408180" y="83692"/>
              <a:ext cx="18923" cy="202436"/>
            </a:xfrm>
            <a:custGeom>
              <a:avLst/>
              <a:gdLst/>
              <a:ahLst/>
              <a:cxnLst/>
              <a:rect r="r" b="b" t="t" l="l"/>
              <a:pathLst>
                <a:path h="202436" w="18923">
                  <a:moveTo>
                    <a:pt x="127" y="193039"/>
                  </a:moveTo>
                  <a:lnTo>
                    <a:pt x="0" y="9398"/>
                  </a:lnTo>
                  <a:cubicBezTo>
                    <a:pt x="0" y="4191"/>
                    <a:pt x="4191" y="0"/>
                    <a:pt x="9398" y="0"/>
                  </a:cubicBezTo>
                  <a:cubicBezTo>
                    <a:pt x="14605" y="0"/>
                    <a:pt x="18796" y="4191"/>
                    <a:pt x="18796" y="9398"/>
                  </a:cubicBezTo>
                  <a:lnTo>
                    <a:pt x="18923" y="193039"/>
                  </a:lnTo>
                  <a:cubicBezTo>
                    <a:pt x="18923" y="198246"/>
                    <a:pt x="14732" y="202437"/>
                    <a:pt x="9525" y="202437"/>
                  </a:cubicBezTo>
                  <a:cubicBezTo>
                    <a:pt x="4318" y="202437"/>
                    <a:pt x="127" y="198246"/>
                    <a:pt x="127" y="193039"/>
                  </a:cubicBezTo>
                  <a:close/>
                </a:path>
              </a:pathLst>
            </a:custGeom>
            <a:solidFill>
              <a:srgbClr val="84C1FA"/>
            </a:solidFill>
          </p:spPr>
        </p:sp>
        <p:sp>
          <p:nvSpPr>
            <p:cNvPr name="Freeform 112" id="112"/>
            <p:cNvSpPr/>
            <p:nvPr/>
          </p:nvSpPr>
          <p:spPr>
            <a:xfrm flipH="false" flipV="false" rot="0">
              <a:off x="165640" y="270286"/>
              <a:ext cx="110300" cy="44259"/>
            </a:xfrm>
            <a:custGeom>
              <a:avLst/>
              <a:gdLst/>
              <a:ahLst/>
              <a:cxnLst/>
              <a:rect r="r" b="b" t="t" l="l"/>
              <a:pathLst>
                <a:path h="44259" w="110300">
                  <a:moveTo>
                    <a:pt x="98394" y="43910"/>
                  </a:moveTo>
                  <a:lnTo>
                    <a:pt x="6827" y="18383"/>
                  </a:lnTo>
                  <a:cubicBezTo>
                    <a:pt x="1874" y="16986"/>
                    <a:pt x="-1047" y="11779"/>
                    <a:pt x="350" y="6826"/>
                  </a:cubicBezTo>
                  <a:cubicBezTo>
                    <a:pt x="1747" y="1873"/>
                    <a:pt x="6954" y="-1048"/>
                    <a:pt x="11907" y="349"/>
                  </a:cubicBezTo>
                  <a:lnTo>
                    <a:pt x="103474" y="25876"/>
                  </a:lnTo>
                  <a:cubicBezTo>
                    <a:pt x="108427" y="27273"/>
                    <a:pt x="111348" y="32480"/>
                    <a:pt x="109951" y="37433"/>
                  </a:cubicBezTo>
                  <a:cubicBezTo>
                    <a:pt x="108554" y="42386"/>
                    <a:pt x="103347" y="45307"/>
                    <a:pt x="98394" y="43910"/>
                  </a:cubicBezTo>
                  <a:close/>
                </a:path>
              </a:pathLst>
            </a:custGeom>
            <a:solidFill>
              <a:srgbClr val="84C1FA"/>
            </a:solidFill>
          </p:spPr>
        </p:sp>
        <p:sp>
          <p:nvSpPr>
            <p:cNvPr name="Freeform 113" id="113"/>
            <p:cNvSpPr/>
            <p:nvPr/>
          </p:nvSpPr>
          <p:spPr>
            <a:xfrm flipH="false" flipV="false" rot="0">
              <a:off x="408261" y="78677"/>
              <a:ext cx="19666" cy="23858"/>
            </a:xfrm>
            <a:custGeom>
              <a:avLst/>
              <a:gdLst/>
              <a:ahLst/>
              <a:cxnLst/>
              <a:rect r="r" b="b" t="t" l="l"/>
              <a:pathLst>
                <a:path h="23858" w="19666">
                  <a:moveTo>
                    <a:pt x="19350" y="11365"/>
                  </a:moveTo>
                  <a:cubicBezTo>
                    <a:pt x="19096" y="12635"/>
                    <a:pt x="18842" y="14032"/>
                    <a:pt x="18715" y="15429"/>
                  </a:cubicBezTo>
                  <a:cubicBezTo>
                    <a:pt x="18207" y="20636"/>
                    <a:pt x="13508" y="24319"/>
                    <a:pt x="8428" y="23811"/>
                  </a:cubicBezTo>
                  <a:cubicBezTo>
                    <a:pt x="3348" y="23303"/>
                    <a:pt x="-462" y="18604"/>
                    <a:pt x="46" y="13524"/>
                  </a:cubicBezTo>
                  <a:cubicBezTo>
                    <a:pt x="300" y="11492"/>
                    <a:pt x="554" y="9460"/>
                    <a:pt x="1062" y="7428"/>
                  </a:cubicBezTo>
                  <a:cubicBezTo>
                    <a:pt x="2205" y="2348"/>
                    <a:pt x="7158" y="-827"/>
                    <a:pt x="12238" y="189"/>
                  </a:cubicBezTo>
                  <a:cubicBezTo>
                    <a:pt x="17318" y="1205"/>
                    <a:pt x="20493" y="6285"/>
                    <a:pt x="19477" y="11365"/>
                  </a:cubicBezTo>
                  <a:close/>
                </a:path>
              </a:pathLst>
            </a:custGeom>
            <a:solidFill>
              <a:srgbClr val="84C1FA"/>
            </a:solidFill>
          </p:spPr>
        </p:sp>
        <p:sp>
          <p:nvSpPr>
            <p:cNvPr name="Freeform 114" id="114"/>
            <p:cNvSpPr/>
            <p:nvPr/>
          </p:nvSpPr>
          <p:spPr>
            <a:xfrm flipH="false" flipV="false" rot="0">
              <a:off x="409034" y="74894"/>
              <a:ext cx="19992" cy="22429"/>
            </a:xfrm>
            <a:custGeom>
              <a:avLst/>
              <a:gdLst/>
              <a:ahLst/>
              <a:cxnLst/>
              <a:rect r="r" b="b" t="t" l="l"/>
              <a:pathLst>
                <a:path h="22429" w="19992">
                  <a:moveTo>
                    <a:pt x="289" y="10830"/>
                  </a:moveTo>
                  <a:cubicBezTo>
                    <a:pt x="670" y="9179"/>
                    <a:pt x="1305" y="7528"/>
                    <a:pt x="1940" y="5877"/>
                  </a:cubicBezTo>
                  <a:cubicBezTo>
                    <a:pt x="3845" y="1051"/>
                    <a:pt x="9433" y="-1235"/>
                    <a:pt x="14132" y="670"/>
                  </a:cubicBezTo>
                  <a:cubicBezTo>
                    <a:pt x="18831" y="2575"/>
                    <a:pt x="21244" y="8163"/>
                    <a:pt x="19339" y="12862"/>
                  </a:cubicBezTo>
                  <a:cubicBezTo>
                    <a:pt x="18958" y="13624"/>
                    <a:pt x="18704" y="14513"/>
                    <a:pt x="18450" y="15402"/>
                  </a:cubicBezTo>
                  <a:cubicBezTo>
                    <a:pt x="17180" y="20482"/>
                    <a:pt x="11973" y="23403"/>
                    <a:pt x="7020" y="22133"/>
                  </a:cubicBezTo>
                  <a:cubicBezTo>
                    <a:pt x="2067" y="20863"/>
                    <a:pt x="-981" y="15656"/>
                    <a:pt x="289" y="10703"/>
                  </a:cubicBezTo>
                  <a:close/>
                </a:path>
              </a:pathLst>
            </a:custGeom>
            <a:solidFill>
              <a:srgbClr val="84C1FA"/>
            </a:solidFill>
          </p:spPr>
        </p:sp>
        <p:sp>
          <p:nvSpPr>
            <p:cNvPr name="Freeform 115" id="115"/>
            <p:cNvSpPr/>
            <p:nvPr/>
          </p:nvSpPr>
          <p:spPr>
            <a:xfrm flipH="false" flipV="false" rot="0">
              <a:off x="410153" y="72863"/>
              <a:ext cx="19929" cy="20897"/>
            </a:xfrm>
            <a:custGeom>
              <a:avLst/>
              <a:gdLst/>
              <a:ahLst/>
              <a:cxnLst/>
              <a:rect r="r" b="b" t="t" l="l"/>
              <a:pathLst>
                <a:path h="20897" w="19929">
                  <a:moveTo>
                    <a:pt x="1075" y="7146"/>
                  </a:moveTo>
                  <a:lnTo>
                    <a:pt x="2091" y="5114"/>
                  </a:lnTo>
                  <a:cubicBezTo>
                    <a:pt x="4504" y="542"/>
                    <a:pt x="10092" y="-1363"/>
                    <a:pt x="14791" y="1050"/>
                  </a:cubicBezTo>
                  <a:cubicBezTo>
                    <a:pt x="19490" y="3463"/>
                    <a:pt x="21268" y="9051"/>
                    <a:pt x="18855" y="13750"/>
                  </a:cubicBezTo>
                  <a:lnTo>
                    <a:pt x="17839" y="15782"/>
                  </a:lnTo>
                  <a:cubicBezTo>
                    <a:pt x="15426" y="20354"/>
                    <a:pt x="9838" y="22259"/>
                    <a:pt x="5139" y="19846"/>
                  </a:cubicBezTo>
                  <a:cubicBezTo>
                    <a:pt x="440" y="17433"/>
                    <a:pt x="-1338" y="11845"/>
                    <a:pt x="1075" y="7146"/>
                  </a:cubicBezTo>
                  <a:close/>
                </a:path>
              </a:pathLst>
            </a:custGeom>
            <a:solidFill>
              <a:srgbClr val="84C1FA"/>
            </a:solidFill>
          </p:spPr>
        </p:sp>
        <p:sp>
          <p:nvSpPr>
            <p:cNvPr name="Freeform 116" id="116"/>
            <p:cNvSpPr/>
            <p:nvPr/>
          </p:nvSpPr>
          <p:spPr>
            <a:xfrm flipH="false" flipV="false" rot="0">
              <a:off x="411346" y="70857"/>
              <a:ext cx="20210" cy="20845"/>
            </a:xfrm>
            <a:custGeom>
              <a:avLst/>
              <a:gdLst/>
              <a:ahLst/>
              <a:cxnLst/>
              <a:rect r="r" b="b" t="t" l="l"/>
              <a:pathLst>
                <a:path h="20845" w="20210">
                  <a:moveTo>
                    <a:pt x="1660" y="6104"/>
                  </a:moveTo>
                  <a:lnTo>
                    <a:pt x="3057" y="4072"/>
                  </a:lnTo>
                  <a:cubicBezTo>
                    <a:pt x="5978" y="-246"/>
                    <a:pt x="11820" y="-1262"/>
                    <a:pt x="16138" y="1659"/>
                  </a:cubicBezTo>
                  <a:cubicBezTo>
                    <a:pt x="20456" y="4580"/>
                    <a:pt x="21472" y="10422"/>
                    <a:pt x="18551" y="14740"/>
                  </a:cubicBezTo>
                  <a:lnTo>
                    <a:pt x="17154" y="16772"/>
                  </a:lnTo>
                  <a:cubicBezTo>
                    <a:pt x="14233" y="21090"/>
                    <a:pt x="8391" y="22106"/>
                    <a:pt x="4073" y="19185"/>
                  </a:cubicBezTo>
                  <a:cubicBezTo>
                    <a:pt x="-245" y="16264"/>
                    <a:pt x="-1261" y="10422"/>
                    <a:pt x="1660" y="6104"/>
                  </a:cubicBezTo>
                  <a:close/>
                </a:path>
              </a:pathLst>
            </a:custGeom>
            <a:solidFill>
              <a:srgbClr val="84C1FA"/>
            </a:solidFill>
          </p:spPr>
        </p:sp>
        <p:sp>
          <p:nvSpPr>
            <p:cNvPr name="Freeform 117" id="117"/>
            <p:cNvSpPr/>
            <p:nvPr/>
          </p:nvSpPr>
          <p:spPr>
            <a:xfrm flipH="false" flipV="false" rot="0">
              <a:off x="412615" y="69035"/>
              <a:ext cx="20339" cy="20678"/>
            </a:xfrm>
            <a:custGeom>
              <a:avLst/>
              <a:gdLst/>
              <a:ahLst/>
              <a:cxnLst/>
              <a:rect r="r" b="b" t="t" l="l"/>
              <a:pathLst>
                <a:path h="20678" w="20339">
                  <a:moveTo>
                    <a:pt x="2296" y="5132"/>
                  </a:moveTo>
                  <a:lnTo>
                    <a:pt x="3947" y="3227"/>
                  </a:lnTo>
                  <a:cubicBezTo>
                    <a:pt x="7376" y="-710"/>
                    <a:pt x="13345" y="-1091"/>
                    <a:pt x="17155" y="2338"/>
                  </a:cubicBezTo>
                  <a:cubicBezTo>
                    <a:pt x="20965" y="5767"/>
                    <a:pt x="21473" y="11736"/>
                    <a:pt x="18044" y="15546"/>
                  </a:cubicBezTo>
                  <a:lnTo>
                    <a:pt x="16393" y="17451"/>
                  </a:lnTo>
                  <a:cubicBezTo>
                    <a:pt x="12964" y="21388"/>
                    <a:pt x="6995" y="21769"/>
                    <a:pt x="3185" y="18340"/>
                  </a:cubicBezTo>
                  <a:cubicBezTo>
                    <a:pt x="-625" y="14911"/>
                    <a:pt x="-1133" y="8942"/>
                    <a:pt x="2296" y="5132"/>
                  </a:cubicBezTo>
                  <a:close/>
                </a:path>
              </a:pathLst>
            </a:custGeom>
            <a:solidFill>
              <a:srgbClr val="84C1FA"/>
            </a:solidFill>
          </p:spPr>
        </p:sp>
        <p:sp>
          <p:nvSpPr>
            <p:cNvPr name="Freeform 118" id="118"/>
            <p:cNvSpPr/>
            <p:nvPr/>
          </p:nvSpPr>
          <p:spPr>
            <a:xfrm flipH="false" flipV="false" rot="0">
              <a:off x="414243" y="67328"/>
              <a:ext cx="20892" cy="20537"/>
            </a:xfrm>
            <a:custGeom>
              <a:avLst/>
              <a:gdLst/>
              <a:ahLst/>
              <a:cxnLst/>
              <a:rect r="r" b="b" t="t" l="l"/>
              <a:pathLst>
                <a:path h="20537" w="20892">
                  <a:moveTo>
                    <a:pt x="3208" y="4045"/>
                  </a:moveTo>
                  <a:lnTo>
                    <a:pt x="5113" y="2394"/>
                  </a:lnTo>
                  <a:cubicBezTo>
                    <a:pt x="9050" y="-1034"/>
                    <a:pt x="14892" y="-780"/>
                    <a:pt x="18448" y="3156"/>
                  </a:cubicBezTo>
                  <a:cubicBezTo>
                    <a:pt x="22004" y="7093"/>
                    <a:pt x="21623" y="12935"/>
                    <a:pt x="17686" y="16491"/>
                  </a:cubicBezTo>
                  <a:lnTo>
                    <a:pt x="15781" y="18142"/>
                  </a:lnTo>
                  <a:cubicBezTo>
                    <a:pt x="11844" y="21571"/>
                    <a:pt x="6002" y="21317"/>
                    <a:pt x="2446" y="17380"/>
                  </a:cubicBezTo>
                  <a:cubicBezTo>
                    <a:pt x="-1110" y="13443"/>
                    <a:pt x="-729" y="7601"/>
                    <a:pt x="3208" y="4045"/>
                  </a:cubicBezTo>
                  <a:close/>
                </a:path>
              </a:pathLst>
            </a:custGeom>
            <a:solidFill>
              <a:srgbClr val="84C1FA"/>
            </a:solidFill>
          </p:spPr>
        </p:sp>
        <p:sp>
          <p:nvSpPr>
            <p:cNvPr name="Freeform 119" id="119"/>
            <p:cNvSpPr/>
            <p:nvPr/>
          </p:nvSpPr>
          <p:spPr>
            <a:xfrm flipH="false" flipV="false" rot="0">
              <a:off x="416172" y="66031"/>
              <a:ext cx="20718" cy="20083"/>
            </a:xfrm>
            <a:custGeom>
              <a:avLst/>
              <a:gdLst/>
              <a:ahLst/>
              <a:cxnLst/>
              <a:rect r="r" b="b" t="t" l="l"/>
              <a:pathLst>
                <a:path h="20083" w="20718">
                  <a:moveTo>
                    <a:pt x="4073" y="2929"/>
                  </a:moveTo>
                  <a:lnTo>
                    <a:pt x="5978" y="1659"/>
                  </a:lnTo>
                  <a:cubicBezTo>
                    <a:pt x="10296" y="-1261"/>
                    <a:pt x="16138" y="-245"/>
                    <a:pt x="19059" y="4072"/>
                  </a:cubicBezTo>
                  <a:cubicBezTo>
                    <a:pt x="21980" y="8390"/>
                    <a:pt x="20964" y="14232"/>
                    <a:pt x="16646" y="17153"/>
                  </a:cubicBezTo>
                  <a:lnTo>
                    <a:pt x="14741" y="18423"/>
                  </a:lnTo>
                  <a:cubicBezTo>
                    <a:pt x="10423" y="21344"/>
                    <a:pt x="4581" y="20328"/>
                    <a:pt x="1660" y="16010"/>
                  </a:cubicBezTo>
                  <a:cubicBezTo>
                    <a:pt x="-1261" y="11692"/>
                    <a:pt x="-245" y="5850"/>
                    <a:pt x="4073" y="2929"/>
                  </a:cubicBezTo>
                  <a:close/>
                </a:path>
              </a:pathLst>
            </a:custGeom>
            <a:solidFill>
              <a:srgbClr val="84C1FA"/>
            </a:solidFill>
          </p:spPr>
        </p:sp>
        <p:sp>
          <p:nvSpPr>
            <p:cNvPr name="Freeform 120" id="120"/>
            <p:cNvSpPr/>
            <p:nvPr/>
          </p:nvSpPr>
          <p:spPr>
            <a:xfrm flipH="false" flipV="false" rot="0">
              <a:off x="418027" y="64965"/>
              <a:ext cx="20818" cy="19802"/>
            </a:xfrm>
            <a:custGeom>
              <a:avLst/>
              <a:gdLst/>
              <a:ahLst/>
              <a:cxnLst/>
              <a:rect r="r" b="b" t="t" l="l"/>
              <a:pathLst>
                <a:path h="19802" w="20818">
                  <a:moveTo>
                    <a:pt x="5139" y="2091"/>
                  </a:moveTo>
                  <a:lnTo>
                    <a:pt x="7044" y="1075"/>
                  </a:lnTo>
                  <a:cubicBezTo>
                    <a:pt x="11616" y="-1338"/>
                    <a:pt x="17331" y="440"/>
                    <a:pt x="19744" y="5138"/>
                  </a:cubicBezTo>
                  <a:cubicBezTo>
                    <a:pt x="22157" y="9837"/>
                    <a:pt x="20379" y="15425"/>
                    <a:pt x="15680" y="17838"/>
                  </a:cubicBezTo>
                  <a:lnTo>
                    <a:pt x="13775" y="18727"/>
                  </a:lnTo>
                  <a:cubicBezTo>
                    <a:pt x="9203" y="21140"/>
                    <a:pt x="3488" y="19362"/>
                    <a:pt x="1075" y="14663"/>
                  </a:cubicBezTo>
                  <a:cubicBezTo>
                    <a:pt x="-1338" y="9964"/>
                    <a:pt x="440" y="4376"/>
                    <a:pt x="5139" y="1963"/>
                  </a:cubicBezTo>
                  <a:close/>
                </a:path>
              </a:pathLst>
            </a:custGeom>
            <a:solidFill>
              <a:srgbClr val="84C1FA"/>
            </a:solidFill>
          </p:spPr>
        </p:sp>
        <p:sp>
          <p:nvSpPr>
            <p:cNvPr name="Freeform 121" id="121"/>
            <p:cNvSpPr/>
            <p:nvPr/>
          </p:nvSpPr>
          <p:spPr>
            <a:xfrm flipH="false" flipV="false" rot="0">
              <a:off x="420100" y="64371"/>
              <a:ext cx="20609" cy="19466"/>
            </a:xfrm>
            <a:custGeom>
              <a:avLst/>
              <a:gdLst/>
              <a:ahLst/>
              <a:cxnLst/>
              <a:rect r="r" b="b" t="t" l="l"/>
              <a:pathLst>
                <a:path h="19466" w="20609">
                  <a:moveTo>
                    <a:pt x="5987" y="1288"/>
                  </a:moveTo>
                  <a:lnTo>
                    <a:pt x="7765" y="653"/>
                  </a:lnTo>
                  <a:cubicBezTo>
                    <a:pt x="12591" y="-1252"/>
                    <a:pt x="18052" y="1161"/>
                    <a:pt x="19957" y="5986"/>
                  </a:cubicBezTo>
                  <a:cubicBezTo>
                    <a:pt x="21862" y="10812"/>
                    <a:pt x="19449" y="16273"/>
                    <a:pt x="14623" y="18178"/>
                  </a:cubicBezTo>
                  <a:lnTo>
                    <a:pt x="12845" y="18813"/>
                  </a:lnTo>
                  <a:cubicBezTo>
                    <a:pt x="8019" y="20718"/>
                    <a:pt x="2558" y="18305"/>
                    <a:pt x="653" y="13479"/>
                  </a:cubicBezTo>
                  <a:cubicBezTo>
                    <a:pt x="-1252" y="8653"/>
                    <a:pt x="1161" y="3192"/>
                    <a:pt x="5987" y="1288"/>
                  </a:cubicBezTo>
                  <a:close/>
                </a:path>
              </a:pathLst>
            </a:custGeom>
            <a:solidFill>
              <a:srgbClr val="84C1FA"/>
            </a:solidFill>
          </p:spPr>
        </p:sp>
        <p:sp>
          <p:nvSpPr>
            <p:cNvPr name="Freeform 122" id="122"/>
            <p:cNvSpPr/>
            <p:nvPr/>
          </p:nvSpPr>
          <p:spPr>
            <a:xfrm flipH="false" flipV="false" rot="0">
              <a:off x="421745" y="63857"/>
              <a:ext cx="20368" cy="19225"/>
            </a:xfrm>
            <a:custGeom>
              <a:avLst/>
              <a:gdLst/>
              <a:ahLst/>
              <a:cxnLst/>
              <a:rect r="r" b="b" t="t" l="l"/>
              <a:pathLst>
                <a:path h="19225" w="20368">
                  <a:moveTo>
                    <a:pt x="6755" y="786"/>
                  </a:moveTo>
                  <a:lnTo>
                    <a:pt x="8279" y="405"/>
                  </a:lnTo>
                  <a:cubicBezTo>
                    <a:pt x="13232" y="-1119"/>
                    <a:pt x="18439" y="1802"/>
                    <a:pt x="19963" y="6754"/>
                  </a:cubicBezTo>
                  <a:cubicBezTo>
                    <a:pt x="21487" y="11707"/>
                    <a:pt x="18566" y="16914"/>
                    <a:pt x="13613" y="18438"/>
                  </a:cubicBezTo>
                  <a:lnTo>
                    <a:pt x="12089" y="18819"/>
                  </a:lnTo>
                  <a:cubicBezTo>
                    <a:pt x="7136" y="20343"/>
                    <a:pt x="1929" y="17422"/>
                    <a:pt x="405" y="12469"/>
                  </a:cubicBezTo>
                  <a:cubicBezTo>
                    <a:pt x="-1119" y="7516"/>
                    <a:pt x="1802" y="2310"/>
                    <a:pt x="6755" y="786"/>
                  </a:cubicBezTo>
                  <a:close/>
                </a:path>
              </a:pathLst>
            </a:custGeom>
            <a:solidFill>
              <a:srgbClr val="84C1FA"/>
            </a:solidFill>
          </p:spPr>
        </p:sp>
        <p:sp>
          <p:nvSpPr>
            <p:cNvPr name="Freeform 123" id="123"/>
            <p:cNvSpPr/>
            <p:nvPr/>
          </p:nvSpPr>
          <p:spPr>
            <a:xfrm flipH="false" flipV="false" rot="0">
              <a:off x="365126" y="443227"/>
              <a:ext cx="117983" cy="18796"/>
            </a:xfrm>
            <a:custGeom>
              <a:avLst/>
              <a:gdLst/>
              <a:ahLst/>
              <a:cxnLst/>
              <a:rect r="r" b="b" t="t" l="l"/>
              <a:pathLst>
                <a:path h="18796" w="117983">
                  <a:moveTo>
                    <a:pt x="9398" y="0"/>
                  </a:moveTo>
                  <a:lnTo>
                    <a:pt x="108586" y="0"/>
                  </a:lnTo>
                  <a:cubicBezTo>
                    <a:pt x="113793" y="0"/>
                    <a:pt x="117984" y="4191"/>
                    <a:pt x="117984" y="9398"/>
                  </a:cubicBezTo>
                  <a:cubicBezTo>
                    <a:pt x="117984" y="14605"/>
                    <a:pt x="113793" y="18796"/>
                    <a:pt x="108586" y="18796"/>
                  </a:cubicBezTo>
                  <a:lnTo>
                    <a:pt x="9398" y="18796"/>
                  </a:lnTo>
                  <a:cubicBezTo>
                    <a:pt x="4191" y="18796"/>
                    <a:pt x="0" y="14605"/>
                    <a:pt x="0" y="9398"/>
                  </a:cubicBezTo>
                  <a:cubicBezTo>
                    <a:pt x="0" y="4191"/>
                    <a:pt x="4191" y="0"/>
                    <a:pt x="9398" y="0"/>
                  </a:cubicBezTo>
                  <a:close/>
                </a:path>
              </a:pathLst>
            </a:custGeom>
            <a:solidFill>
              <a:srgbClr val="84C1FA"/>
            </a:solidFill>
          </p:spPr>
        </p:sp>
        <p:sp>
          <p:nvSpPr>
            <p:cNvPr name="Freeform 124" id="124"/>
            <p:cNvSpPr/>
            <p:nvPr/>
          </p:nvSpPr>
          <p:spPr>
            <a:xfrm flipH="false" flipV="false" rot="0">
              <a:off x="316199" y="443194"/>
              <a:ext cx="67756" cy="66994"/>
            </a:xfrm>
            <a:custGeom>
              <a:avLst/>
              <a:gdLst/>
              <a:ahLst/>
              <a:cxnLst/>
              <a:rect r="r" b="b" t="t" l="l"/>
              <a:pathLst>
                <a:path h="66994" w="67756">
                  <a:moveTo>
                    <a:pt x="64930" y="16162"/>
                  </a:moveTo>
                  <a:lnTo>
                    <a:pt x="16034" y="64294"/>
                  </a:lnTo>
                  <a:cubicBezTo>
                    <a:pt x="12351" y="67977"/>
                    <a:pt x="6382" y="67850"/>
                    <a:pt x="2699" y="64167"/>
                  </a:cubicBezTo>
                  <a:cubicBezTo>
                    <a:pt x="-984" y="60484"/>
                    <a:pt x="-857" y="54515"/>
                    <a:pt x="2826" y="50832"/>
                  </a:cubicBezTo>
                  <a:lnTo>
                    <a:pt x="51721" y="2700"/>
                  </a:lnTo>
                  <a:cubicBezTo>
                    <a:pt x="55404" y="-983"/>
                    <a:pt x="61373" y="-856"/>
                    <a:pt x="65057" y="2827"/>
                  </a:cubicBezTo>
                  <a:cubicBezTo>
                    <a:pt x="68739" y="6510"/>
                    <a:pt x="68613" y="12479"/>
                    <a:pt x="64930" y="16162"/>
                  </a:cubicBezTo>
                  <a:close/>
                </a:path>
              </a:pathLst>
            </a:custGeom>
            <a:solidFill>
              <a:srgbClr val="84C1FA"/>
            </a:solidFill>
          </p:spPr>
        </p:sp>
        <p:sp>
          <p:nvSpPr>
            <p:cNvPr name="Freeform 125" id="125"/>
            <p:cNvSpPr/>
            <p:nvPr/>
          </p:nvSpPr>
          <p:spPr>
            <a:xfrm flipH="false" flipV="false" rot="0">
              <a:off x="315723" y="443351"/>
              <a:ext cx="19304" cy="66807"/>
            </a:xfrm>
            <a:custGeom>
              <a:avLst/>
              <a:gdLst/>
              <a:ahLst/>
              <a:cxnLst/>
              <a:rect r="r" b="b" t="t" l="l"/>
              <a:pathLst>
                <a:path h="66807" w="19304">
                  <a:moveTo>
                    <a:pt x="508" y="57533"/>
                  </a:moveTo>
                  <a:lnTo>
                    <a:pt x="0" y="9528"/>
                  </a:lnTo>
                  <a:cubicBezTo>
                    <a:pt x="0" y="4321"/>
                    <a:pt x="4064" y="130"/>
                    <a:pt x="9271" y="3"/>
                  </a:cubicBezTo>
                  <a:cubicBezTo>
                    <a:pt x="14478" y="-124"/>
                    <a:pt x="18669" y="4067"/>
                    <a:pt x="18796" y="9274"/>
                  </a:cubicBezTo>
                  <a:lnTo>
                    <a:pt x="19304" y="57279"/>
                  </a:lnTo>
                  <a:cubicBezTo>
                    <a:pt x="19304" y="62486"/>
                    <a:pt x="15240" y="66677"/>
                    <a:pt x="10033" y="66804"/>
                  </a:cubicBezTo>
                  <a:cubicBezTo>
                    <a:pt x="4826" y="66931"/>
                    <a:pt x="635" y="62740"/>
                    <a:pt x="508" y="57533"/>
                  </a:cubicBezTo>
                  <a:close/>
                </a:path>
              </a:pathLst>
            </a:custGeom>
            <a:solidFill>
              <a:srgbClr val="84C1FA"/>
            </a:solidFill>
          </p:spPr>
        </p:sp>
        <p:sp>
          <p:nvSpPr>
            <p:cNvPr name="Freeform 126" id="126"/>
            <p:cNvSpPr/>
            <p:nvPr/>
          </p:nvSpPr>
          <p:spPr>
            <a:xfrm flipH="false" flipV="false" rot="0">
              <a:off x="63627" y="174116"/>
              <a:ext cx="20193" cy="75818"/>
            </a:xfrm>
            <a:custGeom>
              <a:avLst/>
              <a:gdLst/>
              <a:ahLst/>
              <a:cxnLst/>
              <a:rect r="r" b="b" t="t" l="l"/>
              <a:pathLst>
                <a:path h="75818" w="20193">
                  <a:moveTo>
                    <a:pt x="127" y="66166"/>
                  </a:moveTo>
                  <a:lnTo>
                    <a:pt x="1270" y="9271"/>
                  </a:lnTo>
                  <a:cubicBezTo>
                    <a:pt x="1397" y="4064"/>
                    <a:pt x="5715" y="0"/>
                    <a:pt x="10922" y="0"/>
                  </a:cubicBezTo>
                  <a:cubicBezTo>
                    <a:pt x="16129" y="0"/>
                    <a:pt x="20193" y="4445"/>
                    <a:pt x="20193" y="9652"/>
                  </a:cubicBezTo>
                  <a:lnTo>
                    <a:pt x="18923" y="66547"/>
                  </a:lnTo>
                  <a:cubicBezTo>
                    <a:pt x="18796" y="71754"/>
                    <a:pt x="14478" y="75818"/>
                    <a:pt x="9271" y="75818"/>
                  </a:cubicBezTo>
                  <a:cubicBezTo>
                    <a:pt x="4064" y="75818"/>
                    <a:pt x="0" y="71373"/>
                    <a:pt x="0" y="66166"/>
                  </a:cubicBezTo>
                  <a:close/>
                </a:path>
              </a:pathLst>
            </a:custGeom>
            <a:solidFill>
              <a:srgbClr val="84C1FA"/>
            </a:solidFill>
          </p:spPr>
        </p:sp>
        <p:sp>
          <p:nvSpPr>
            <p:cNvPr name="Freeform 127" id="127"/>
            <p:cNvSpPr/>
            <p:nvPr/>
          </p:nvSpPr>
          <p:spPr>
            <a:xfrm flipH="false" flipV="false" rot="0">
              <a:off x="64850" y="144511"/>
              <a:ext cx="59991" cy="48320"/>
            </a:xfrm>
            <a:custGeom>
              <a:avLst/>
              <a:gdLst/>
              <a:ahLst/>
              <a:cxnLst/>
              <a:rect r="r" b="b" t="t" l="l"/>
              <a:pathLst>
                <a:path h="48320" w="59991">
                  <a:moveTo>
                    <a:pt x="174" y="36082"/>
                  </a:moveTo>
                  <a:cubicBezTo>
                    <a:pt x="1952" y="30748"/>
                    <a:pt x="4365" y="25922"/>
                    <a:pt x="7667" y="21350"/>
                  </a:cubicBezTo>
                  <a:lnTo>
                    <a:pt x="15287" y="26938"/>
                  </a:lnTo>
                  <a:lnTo>
                    <a:pt x="7667" y="21350"/>
                  </a:lnTo>
                  <a:cubicBezTo>
                    <a:pt x="10969" y="16905"/>
                    <a:pt x="14906" y="12968"/>
                    <a:pt x="19478" y="9666"/>
                  </a:cubicBezTo>
                  <a:lnTo>
                    <a:pt x="24939" y="17286"/>
                  </a:lnTo>
                  <a:lnTo>
                    <a:pt x="19478" y="9666"/>
                  </a:lnTo>
                  <a:cubicBezTo>
                    <a:pt x="24050" y="6491"/>
                    <a:pt x="29003" y="3951"/>
                    <a:pt x="34337" y="2300"/>
                  </a:cubicBezTo>
                  <a:lnTo>
                    <a:pt x="37131" y="11317"/>
                  </a:lnTo>
                  <a:lnTo>
                    <a:pt x="34337" y="2300"/>
                  </a:lnTo>
                  <a:cubicBezTo>
                    <a:pt x="39671" y="649"/>
                    <a:pt x="45132" y="-113"/>
                    <a:pt x="50720" y="14"/>
                  </a:cubicBezTo>
                  <a:cubicBezTo>
                    <a:pt x="55927" y="141"/>
                    <a:pt x="59991" y="4459"/>
                    <a:pt x="59991" y="9539"/>
                  </a:cubicBezTo>
                  <a:cubicBezTo>
                    <a:pt x="59991" y="14619"/>
                    <a:pt x="55546" y="18810"/>
                    <a:pt x="50466" y="18810"/>
                  </a:cubicBezTo>
                  <a:cubicBezTo>
                    <a:pt x="46910" y="18683"/>
                    <a:pt x="43481" y="19191"/>
                    <a:pt x="40052" y="20334"/>
                  </a:cubicBezTo>
                  <a:cubicBezTo>
                    <a:pt x="36623" y="21350"/>
                    <a:pt x="33575" y="23001"/>
                    <a:pt x="30654" y="25033"/>
                  </a:cubicBezTo>
                  <a:cubicBezTo>
                    <a:pt x="27733" y="27065"/>
                    <a:pt x="25320" y="29605"/>
                    <a:pt x="23161" y="32399"/>
                  </a:cubicBezTo>
                  <a:cubicBezTo>
                    <a:pt x="21002" y="35320"/>
                    <a:pt x="19478" y="38368"/>
                    <a:pt x="18335" y="41797"/>
                  </a:cubicBezTo>
                  <a:cubicBezTo>
                    <a:pt x="16684" y="46750"/>
                    <a:pt x="11477" y="49417"/>
                    <a:pt x="6524" y="47893"/>
                  </a:cubicBezTo>
                  <a:cubicBezTo>
                    <a:pt x="1571" y="46369"/>
                    <a:pt x="-1096" y="41035"/>
                    <a:pt x="428" y="36082"/>
                  </a:cubicBezTo>
                  <a:close/>
                </a:path>
              </a:pathLst>
            </a:custGeom>
            <a:solidFill>
              <a:srgbClr val="84C1FA"/>
            </a:solidFill>
          </p:spPr>
        </p:sp>
        <p:sp>
          <p:nvSpPr>
            <p:cNvPr name="Freeform 128" id="128"/>
            <p:cNvSpPr/>
            <p:nvPr/>
          </p:nvSpPr>
          <p:spPr>
            <a:xfrm flipH="false" flipV="false" rot="0">
              <a:off x="105918" y="143506"/>
              <a:ext cx="76581" cy="19690"/>
            </a:xfrm>
            <a:custGeom>
              <a:avLst/>
              <a:gdLst/>
              <a:ahLst/>
              <a:cxnLst/>
              <a:rect r="r" b="b" t="t" l="l"/>
              <a:pathLst>
                <a:path h="19690" w="76581">
                  <a:moveTo>
                    <a:pt x="9271" y="892"/>
                  </a:moveTo>
                  <a:lnTo>
                    <a:pt x="67057" y="3"/>
                  </a:lnTo>
                  <a:cubicBezTo>
                    <a:pt x="72264" y="-124"/>
                    <a:pt x="76582" y="4067"/>
                    <a:pt x="76582" y="9274"/>
                  </a:cubicBezTo>
                  <a:cubicBezTo>
                    <a:pt x="76582" y="14481"/>
                    <a:pt x="72518" y="18799"/>
                    <a:pt x="67311" y="18799"/>
                  </a:cubicBezTo>
                  <a:lnTo>
                    <a:pt x="9525" y="19688"/>
                  </a:lnTo>
                  <a:cubicBezTo>
                    <a:pt x="4318" y="19815"/>
                    <a:pt x="0" y="15624"/>
                    <a:pt x="0" y="10417"/>
                  </a:cubicBezTo>
                  <a:cubicBezTo>
                    <a:pt x="0" y="5210"/>
                    <a:pt x="4064" y="892"/>
                    <a:pt x="9271" y="892"/>
                  </a:cubicBezTo>
                  <a:close/>
                </a:path>
              </a:pathLst>
            </a:custGeom>
            <a:solidFill>
              <a:srgbClr val="84C1FA"/>
            </a:solidFill>
          </p:spPr>
        </p:sp>
        <p:sp>
          <p:nvSpPr>
            <p:cNvPr name="Freeform 129" id="129"/>
            <p:cNvSpPr/>
            <p:nvPr/>
          </p:nvSpPr>
          <p:spPr>
            <a:xfrm flipH="false" flipV="false" rot="0">
              <a:off x="449074" y="92328"/>
              <a:ext cx="18796" cy="193674"/>
            </a:xfrm>
            <a:custGeom>
              <a:avLst/>
              <a:gdLst/>
              <a:ahLst/>
              <a:cxnLst/>
              <a:rect r="r" b="b" t="t" l="l"/>
              <a:pathLst>
                <a:path h="193674" w="18796">
                  <a:moveTo>
                    <a:pt x="18796" y="9398"/>
                  </a:moveTo>
                  <a:lnTo>
                    <a:pt x="18796" y="184276"/>
                  </a:lnTo>
                  <a:cubicBezTo>
                    <a:pt x="18796" y="189483"/>
                    <a:pt x="14605" y="193674"/>
                    <a:pt x="9398" y="193674"/>
                  </a:cubicBezTo>
                  <a:cubicBezTo>
                    <a:pt x="4191" y="193674"/>
                    <a:pt x="0" y="189483"/>
                    <a:pt x="0" y="184276"/>
                  </a:cubicBezTo>
                  <a:lnTo>
                    <a:pt x="0" y="9398"/>
                  </a:lnTo>
                  <a:cubicBezTo>
                    <a:pt x="0" y="4191"/>
                    <a:pt x="4191" y="0"/>
                    <a:pt x="9398" y="0"/>
                  </a:cubicBezTo>
                  <a:cubicBezTo>
                    <a:pt x="14605" y="0"/>
                    <a:pt x="18796" y="4191"/>
                    <a:pt x="18796" y="9398"/>
                  </a:cubicBezTo>
                  <a:close/>
                </a:path>
              </a:pathLst>
            </a:custGeom>
            <a:solidFill>
              <a:srgbClr val="84C1FA"/>
            </a:solidFill>
          </p:spPr>
        </p:sp>
        <p:sp>
          <p:nvSpPr>
            <p:cNvPr name="Freeform 130" id="130"/>
            <p:cNvSpPr/>
            <p:nvPr/>
          </p:nvSpPr>
          <p:spPr>
            <a:xfrm flipH="false" flipV="false" rot="0">
              <a:off x="464302" y="410122"/>
              <a:ext cx="46621" cy="51933"/>
            </a:xfrm>
            <a:custGeom>
              <a:avLst/>
              <a:gdLst/>
              <a:ahLst/>
              <a:cxnLst/>
              <a:rect r="r" b="b" t="t" l="l"/>
              <a:pathLst>
                <a:path h="51933" w="46621">
                  <a:moveTo>
                    <a:pt x="9791" y="33232"/>
                  </a:moveTo>
                  <a:cubicBezTo>
                    <a:pt x="11188" y="33232"/>
                    <a:pt x="12585" y="33232"/>
                    <a:pt x="13855" y="32978"/>
                  </a:cubicBezTo>
                  <a:cubicBezTo>
                    <a:pt x="15125" y="32724"/>
                    <a:pt x="16395" y="32343"/>
                    <a:pt x="17665" y="31835"/>
                  </a:cubicBezTo>
                  <a:cubicBezTo>
                    <a:pt x="18935" y="31327"/>
                    <a:pt x="20078" y="30565"/>
                    <a:pt x="21094" y="29803"/>
                  </a:cubicBezTo>
                  <a:lnTo>
                    <a:pt x="26809" y="37296"/>
                  </a:lnTo>
                  <a:lnTo>
                    <a:pt x="21094" y="29803"/>
                  </a:lnTo>
                  <a:cubicBezTo>
                    <a:pt x="22110" y="29041"/>
                    <a:pt x="23126" y="28025"/>
                    <a:pt x="24015" y="27009"/>
                  </a:cubicBezTo>
                  <a:lnTo>
                    <a:pt x="31254" y="32978"/>
                  </a:lnTo>
                  <a:lnTo>
                    <a:pt x="23888" y="27136"/>
                  </a:lnTo>
                  <a:cubicBezTo>
                    <a:pt x="24777" y="26120"/>
                    <a:pt x="25412" y="24977"/>
                    <a:pt x="26047" y="23707"/>
                  </a:cubicBezTo>
                  <a:lnTo>
                    <a:pt x="34556" y="27771"/>
                  </a:lnTo>
                  <a:lnTo>
                    <a:pt x="26047" y="23707"/>
                  </a:lnTo>
                  <a:cubicBezTo>
                    <a:pt x="26682" y="22437"/>
                    <a:pt x="27063" y="21167"/>
                    <a:pt x="27317" y="19897"/>
                  </a:cubicBezTo>
                  <a:cubicBezTo>
                    <a:pt x="27317" y="19897"/>
                    <a:pt x="27317" y="19897"/>
                    <a:pt x="27317" y="19770"/>
                  </a:cubicBezTo>
                  <a:cubicBezTo>
                    <a:pt x="27571" y="18500"/>
                    <a:pt x="27698" y="17103"/>
                    <a:pt x="27698" y="15706"/>
                  </a:cubicBezTo>
                  <a:lnTo>
                    <a:pt x="37096" y="15579"/>
                  </a:lnTo>
                  <a:lnTo>
                    <a:pt x="27698" y="15833"/>
                  </a:lnTo>
                  <a:cubicBezTo>
                    <a:pt x="27698" y="14436"/>
                    <a:pt x="27444" y="13166"/>
                    <a:pt x="27190" y="11896"/>
                  </a:cubicBezTo>
                  <a:cubicBezTo>
                    <a:pt x="25920" y="6816"/>
                    <a:pt x="28841" y="1736"/>
                    <a:pt x="33921" y="339"/>
                  </a:cubicBezTo>
                  <a:cubicBezTo>
                    <a:pt x="39001" y="-1058"/>
                    <a:pt x="44081" y="1990"/>
                    <a:pt x="45478" y="7070"/>
                  </a:cubicBezTo>
                  <a:cubicBezTo>
                    <a:pt x="46240" y="9737"/>
                    <a:pt x="46621" y="12531"/>
                    <a:pt x="46621" y="15452"/>
                  </a:cubicBezTo>
                  <a:cubicBezTo>
                    <a:pt x="46621" y="18246"/>
                    <a:pt x="46367" y="21040"/>
                    <a:pt x="45859" y="23834"/>
                  </a:cubicBezTo>
                  <a:lnTo>
                    <a:pt x="36588" y="21675"/>
                  </a:lnTo>
                  <a:lnTo>
                    <a:pt x="45732" y="23580"/>
                  </a:lnTo>
                  <a:cubicBezTo>
                    <a:pt x="45097" y="26374"/>
                    <a:pt x="44208" y="29041"/>
                    <a:pt x="43065" y="31581"/>
                  </a:cubicBezTo>
                  <a:cubicBezTo>
                    <a:pt x="41795" y="34121"/>
                    <a:pt x="40398" y="36534"/>
                    <a:pt x="38620" y="38693"/>
                  </a:cubicBezTo>
                  <a:cubicBezTo>
                    <a:pt x="36842" y="40852"/>
                    <a:pt x="34810" y="42884"/>
                    <a:pt x="32651" y="44535"/>
                  </a:cubicBezTo>
                  <a:cubicBezTo>
                    <a:pt x="30365" y="46186"/>
                    <a:pt x="27952" y="47710"/>
                    <a:pt x="25412" y="48853"/>
                  </a:cubicBezTo>
                  <a:lnTo>
                    <a:pt x="21602" y="40217"/>
                  </a:lnTo>
                  <a:lnTo>
                    <a:pt x="25539" y="48726"/>
                  </a:lnTo>
                  <a:cubicBezTo>
                    <a:pt x="22999" y="49869"/>
                    <a:pt x="20205" y="50758"/>
                    <a:pt x="17411" y="51266"/>
                  </a:cubicBezTo>
                  <a:lnTo>
                    <a:pt x="15633" y="41995"/>
                  </a:lnTo>
                  <a:lnTo>
                    <a:pt x="17411" y="51266"/>
                  </a:lnTo>
                  <a:cubicBezTo>
                    <a:pt x="14617" y="51774"/>
                    <a:pt x="11823" y="52028"/>
                    <a:pt x="9029" y="51901"/>
                  </a:cubicBezTo>
                  <a:cubicBezTo>
                    <a:pt x="3822" y="51647"/>
                    <a:pt x="-242" y="47329"/>
                    <a:pt x="12" y="42122"/>
                  </a:cubicBezTo>
                  <a:cubicBezTo>
                    <a:pt x="266" y="36915"/>
                    <a:pt x="4584" y="32851"/>
                    <a:pt x="9791" y="33105"/>
                  </a:cubicBezTo>
                  <a:close/>
                </a:path>
              </a:pathLst>
            </a:custGeom>
            <a:solidFill>
              <a:srgbClr val="84C1FA"/>
            </a:solidFill>
          </p:spPr>
        </p:sp>
        <p:sp>
          <p:nvSpPr>
            <p:cNvPr name="Freeform 131" id="131"/>
            <p:cNvSpPr/>
            <p:nvPr/>
          </p:nvSpPr>
          <p:spPr>
            <a:xfrm flipH="false" flipV="false" rot="0">
              <a:off x="491873" y="322451"/>
              <a:ext cx="18796" cy="106171"/>
            </a:xfrm>
            <a:custGeom>
              <a:avLst/>
              <a:gdLst/>
              <a:ahLst/>
              <a:cxnLst/>
              <a:rect r="r" b="b" t="t" l="l"/>
              <a:pathLst>
                <a:path h="106171" w="18796">
                  <a:moveTo>
                    <a:pt x="0" y="96773"/>
                  </a:moveTo>
                  <a:lnTo>
                    <a:pt x="0" y="9397"/>
                  </a:lnTo>
                  <a:cubicBezTo>
                    <a:pt x="0" y="4191"/>
                    <a:pt x="4191" y="0"/>
                    <a:pt x="9398" y="0"/>
                  </a:cubicBezTo>
                  <a:cubicBezTo>
                    <a:pt x="14605" y="0"/>
                    <a:pt x="18796" y="4191"/>
                    <a:pt x="18796" y="9397"/>
                  </a:cubicBezTo>
                  <a:lnTo>
                    <a:pt x="18796" y="96773"/>
                  </a:lnTo>
                  <a:cubicBezTo>
                    <a:pt x="18796" y="101980"/>
                    <a:pt x="14605" y="106171"/>
                    <a:pt x="9398" y="106171"/>
                  </a:cubicBezTo>
                  <a:cubicBezTo>
                    <a:pt x="4191" y="106171"/>
                    <a:pt x="0" y="101980"/>
                    <a:pt x="0" y="96773"/>
                  </a:cubicBezTo>
                  <a:close/>
                </a:path>
              </a:pathLst>
            </a:custGeom>
            <a:solidFill>
              <a:srgbClr val="84C1FA"/>
            </a:solidFill>
          </p:spPr>
        </p:sp>
        <p:sp>
          <p:nvSpPr>
            <p:cNvPr name="Freeform 132" id="132"/>
            <p:cNvSpPr/>
            <p:nvPr/>
          </p:nvSpPr>
          <p:spPr>
            <a:xfrm flipH="false" flipV="false" rot="0">
              <a:off x="458310" y="294130"/>
              <a:ext cx="52658" cy="47382"/>
            </a:xfrm>
            <a:custGeom>
              <a:avLst/>
              <a:gdLst/>
              <a:ahLst/>
              <a:cxnLst/>
              <a:rect r="r" b="b" t="t" l="l"/>
              <a:pathLst>
                <a:path h="47382" w="52658">
                  <a:moveTo>
                    <a:pt x="33690" y="37211"/>
                  </a:moveTo>
                  <a:cubicBezTo>
                    <a:pt x="33817" y="35814"/>
                    <a:pt x="33690" y="34417"/>
                    <a:pt x="33436" y="33147"/>
                  </a:cubicBezTo>
                  <a:lnTo>
                    <a:pt x="42707" y="31496"/>
                  </a:lnTo>
                  <a:lnTo>
                    <a:pt x="33436" y="33274"/>
                  </a:lnTo>
                  <a:cubicBezTo>
                    <a:pt x="33182" y="31877"/>
                    <a:pt x="32801" y="30480"/>
                    <a:pt x="32166" y="29337"/>
                  </a:cubicBezTo>
                  <a:lnTo>
                    <a:pt x="40802" y="25527"/>
                  </a:lnTo>
                  <a:lnTo>
                    <a:pt x="32166" y="29337"/>
                  </a:lnTo>
                  <a:cubicBezTo>
                    <a:pt x="31531" y="28067"/>
                    <a:pt x="30896" y="26797"/>
                    <a:pt x="30007" y="25781"/>
                  </a:cubicBezTo>
                  <a:cubicBezTo>
                    <a:pt x="29245" y="24638"/>
                    <a:pt x="28229" y="23749"/>
                    <a:pt x="27213" y="22860"/>
                  </a:cubicBezTo>
                  <a:cubicBezTo>
                    <a:pt x="26197" y="21971"/>
                    <a:pt x="24927" y="21209"/>
                    <a:pt x="23784" y="20574"/>
                  </a:cubicBezTo>
                  <a:lnTo>
                    <a:pt x="27848" y="12065"/>
                  </a:lnTo>
                  <a:lnTo>
                    <a:pt x="23784" y="20574"/>
                  </a:lnTo>
                  <a:cubicBezTo>
                    <a:pt x="22514" y="19939"/>
                    <a:pt x="21244" y="19558"/>
                    <a:pt x="19847" y="19177"/>
                  </a:cubicBezTo>
                  <a:cubicBezTo>
                    <a:pt x="18577" y="18923"/>
                    <a:pt x="17180" y="18796"/>
                    <a:pt x="15783" y="18796"/>
                  </a:cubicBezTo>
                  <a:lnTo>
                    <a:pt x="15656" y="9398"/>
                  </a:lnTo>
                  <a:lnTo>
                    <a:pt x="15783" y="18796"/>
                  </a:lnTo>
                  <a:cubicBezTo>
                    <a:pt x="14386" y="18796"/>
                    <a:pt x="12989" y="19050"/>
                    <a:pt x="11719" y="19304"/>
                  </a:cubicBezTo>
                  <a:cubicBezTo>
                    <a:pt x="6639" y="20574"/>
                    <a:pt x="1559" y="17526"/>
                    <a:pt x="289" y="12573"/>
                  </a:cubicBezTo>
                  <a:cubicBezTo>
                    <a:pt x="-981" y="7620"/>
                    <a:pt x="2067" y="2413"/>
                    <a:pt x="7020" y="1143"/>
                  </a:cubicBezTo>
                  <a:cubicBezTo>
                    <a:pt x="9814" y="381"/>
                    <a:pt x="12608" y="0"/>
                    <a:pt x="15529" y="0"/>
                  </a:cubicBezTo>
                  <a:cubicBezTo>
                    <a:pt x="18323" y="0"/>
                    <a:pt x="21117" y="254"/>
                    <a:pt x="24038" y="889"/>
                  </a:cubicBezTo>
                  <a:lnTo>
                    <a:pt x="22006" y="10033"/>
                  </a:lnTo>
                  <a:lnTo>
                    <a:pt x="24038" y="889"/>
                  </a:lnTo>
                  <a:cubicBezTo>
                    <a:pt x="26832" y="1524"/>
                    <a:pt x="29499" y="2413"/>
                    <a:pt x="32039" y="3683"/>
                  </a:cubicBezTo>
                  <a:cubicBezTo>
                    <a:pt x="34579" y="4953"/>
                    <a:pt x="36992" y="6477"/>
                    <a:pt x="39278" y="8255"/>
                  </a:cubicBezTo>
                  <a:lnTo>
                    <a:pt x="33309" y="15494"/>
                  </a:lnTo>
                  <a:lnTo>
                    <a:pt x="39278" y="8255"/>
                  </a:lnTo>
                  <a:cubicBezTo>
                    <a:pt x="41564" y="10033"/>
                    <a:pt x="43469" y="12065"/>
                    <a:pt x="45247" y="14478"/>
                  </a:cubicBezTo>
                  <a:lnTo>
                    <a:pt x="37754" y="20193"/>
                  </a:lnTo>
                  <a:lnTo>
                    <a:pt x="45247" y="14478"/>
                  </a:lnTo>
                  <a:cubicBezTo>
                    <a:pt x="47025" y="16764"/>
                    <a:pt x="48422" y="19177"/>
                    <a:pt x="49565" y="21844"/>
                  </a:cubicBezTo>
                  <a:cubicBezTo>
                    <a:pt x="50708" y="24511"/>
                    <a:pt x="51597" y="27178"/>
                    <a:pt x="52105" y="29972"/>
                  </a:cubicBezTo>
                  <a:cubicBezTo>
                    <a:pt x="52613" y="32766"/>
                    <a:pt x="52740" y="35687"/>
                    <a:pt x="52613" y="38481"/>
                  </a:cubicBezTo>
                  <a:cubicBezTo>
                    <a:pt x="52359" y="43687"/>
                    <a:pt x="47914" y="47624"/>
                    <a:pt x="42707" y="47370"/>
                  </a:cubicBezTo>
                  <a:cubicBezTo>
                    <a:pt x="37500" y="47116"/>
                    <a:pt x="33563" y="42671"/>
                    <a:pt x="33817" y="37465"/>
                  </a:cubicBezTo>
                  <a:close/>
                </a:path>
              </a:pathLst>
            </a:custGeom>
            <a:solidFill>
              <a:srgbClr val="84C1FA"/>
            </a:solidFill>
          </p:spPr>
        </p:sp>
        <p:sp>
          <p:nvSpPr>
            <p:cNvPr name="Freeform 133" id="133"/>
            <p:cNvSpPr/>
            <p:nvPr/>
          </p:nvSpPr>
          <p:spPr>
            <a:xfrm flipH="false" flipV="false" rot="0">
              <a:off x="304674" y="294130"/>
              <a:ext cx="172213" cy="18796"/>
            </a:xfrm>
            <a:custGeom>
              <a:avLst/>
              <a:gdLst/>
              <a:ahLst/>
              <a:cxnLst/>
              <a:rect r="r" b="b" t="t" l="l"/>
              <a:pathLst>
                <a:path h="18796" w="172213">
                  <a:moveTo>
                    <a:pt x="162815" y="18796"/>
                  </a:moveTo>
                  <a:lnTo>
                    <a:pt x="9398" y="18796"/>
                  </a:lnTo>
                  <a:cubicBezTo>
                    <a:pt x="4191" y="18796"/>
                    <a:pt x="0" y="14605"/>
                    <a:pt x="0" y="9398"/>
                  </a:cubicBezTo>
                  <a:cubicBezTo>
                    <a:pt x="0" y="4191"/>
                    <a:pt x="4191" y="0"/>
                    <a:pt x="9398" y="0"/>
                  </a:cubicBezTo>
                  <a:lnTo>
                    <a:pt x="162815" y="0"/>
                  </a:lnTo>
                  <a:cubicBezTo>
                    <a:pt x="168022" y="0"/>
                    <a:pt x="172213" y="4191"/>
                    <a:pt x="172213" y="9398"/>
                  </a:cubicBezTo>
                  <a:cubicBezTo>
                    <a:pt x="172213" y="14605"/>
                    <a:pt x="168022" y="18796"/>
                    <a:pt x="162815" y="18796"/>
                  </a:cubicBezTo>
                  <a:close/>
                </a:path>
              </a:pathLst>
            </a:custGeom>
            <a:solidFill>
              <a:srgbClr val="84C1FA"/>
            </a:solidFill>
          </p:spPr>
        </p:sp>
        <p:sp>
          <p:nvSpPr>
            <p:cNvPr name="Freeform 134" id="134"/>
            <p:cNvSpPr/>
            <p:nvPr/>
          </p:nvSpPr>
          <p:spPr>
            <a:xfrm flipH="false" flipV="false" rot="0">
              <a:off x="277837" y="294120"/>
              <a:ext cx="45636" cy="48851"/>
            </a:xfrm>
            <a:custGeom>
              <a:avLst/>
              <a:gdLst/>
              <a:ahLst/>
              <a:cxnLst/>
              <a:rect r="r" b="b" t="t" l="l"/>
              <a:pathLst>
                <a:path h="48851" w="45636">
                  <a:moveTo>
                    <a:pt x="36108" y="18806"/>
                  </a:moveTo>
                  <a:cubicBezTo>
                    <a:pt x="33568" y="18806"/>
                    <a:pt x="31282" y="19314"/>
                    <a:pt x="28996" y="20330"/>
                  </a:cubicBezTo>
                  <a:lnTo>
                    <a:pt x="25186" y="11694"/>
                  </a:lnTo>
                  <a:lnTo>
                    <a:pt x="28996" y="20330"/>
                  </a:lnTo>
                  <a:cubicBezTo>
                    <a:pt x="26710" y="21346"/>
                    <a:pt x="24805" y="22743"/>
                    <a:pt x="23154" y="24648"/>
                  </a:cubicBezTo>
                  <a:lnTo>
                    <a:pt x="16169" y="18425"/>
                  </a:lnTo>
                  <a:lnTo>
                    <a:pt x="23154" y="24648"/>
                  </a:lnTo>
                  <a:cubicBezTo>
                    <a:pt x="21503" y="26553"/>
                    <a:pt x="20360" y="28585"/>
                    <a:pt x="19598" y="30998"/>
                  </a:cubicBezTo>
                  <a:lnTo>
                    <a:pt x="10581" y="28204"/>
                  </a:lnTo>
                  <a:lnTo>
                    <a:pt x="19598" y="30998"/>
                  </a:lnTo>
                  <a:cubicBezTo>
                    <a:pt x="18836" y="33411"/>
                    <a:pt x="18709" y="35824"/>
                    <a:pt x="18963" y="38237"/>
                  </a:cubicBezTo>
                  <a:cubicBezTo>
                    <a:pt x="19598" y="43443"/>
                    <a:pt x="16042" y="48142"/>
                    <a:pt x="10835" y="48777"/>
                  </a:cubicBezTo>
                  <a:cubicBezTo>
                    <a:pt x="5628" y="49412"/>
                    <a:pt x="929" y="45856"/>
                    <a:pt x="294" y="40649"/>
                  </a:cubicBezTo>
                  <a:cubicBezTo>
                    <a:pt x="-341" y="35443"/>
                    <a:pt x="40" y="30363"/>
                    <a:pt x="1564" y="25410"/>
                  </a:cubicBezTo>
                  <a:cubicBezTo>
                    <a:pt x="3088" y="20457"/>
                    <a:pt x="5628" y="16012"/>
                    <a:pt x="9057" y="12075"/>
                  </a:cubicBezTo>
                  <a:cubicBezTo>
                    <a:pt x="12486" y="8265"/>
                    <a:pt x="16677" y="5217"/>
                    <a:pt x="21376" y="3058"/>
                  </a:cubicBezTo>
                  <a:cubicBezTo>
                    <a:pt x="26075" y="1026"/>
                    <a:pt x="31155" y="-117"/>
                    <a:pt x="36362" y="10"/>
                  </a:cubicBezTo>
                  <a:cubicBezTo>
                    <a:pt x="41569" y="137"/>
                    <a:pt x="45760" y="4328"/>
                    <a:pt x="45633" y="9535"/>
                  </a:cubicBezTo>
                  <a:cubicBezTo>
                    <a:pt x="45506" y="14742"/>
                    <a:pt x="41315" y="18933"/>
                    <a:pt x="36108" y="18806"/>
                  </a:cubicBezTo>
                  <a:close/>
                </a:path>
              </a:pathLst>
            </a:custGeom>
            <a:solidFill>
              <a:srgbClr val="84C1FA"/>
            </a:solidFill>
          </p:spPr>
        </p:sp>
        <p:sp>
          <p:nvSpPr>
            <p:cNvPr name="Freeform 135" id="135"/>
            <p:cNvSpPr/>
            <p:nvPr/>
          </p:nvSpPr>
          <p:spPr>
            <a:xfrm flipH="false" flipV="false" rot="0">
              <a:off x="277877" y="324102"/>
              <a:ext cx="18796" cy="111632"/>
            </a:xfrm>
            <a:custGeom>
              <a:avLst/>
              <a:gdLst/>
              <a:ahLst/>
              <a:cxnLst/>
              <a:rect r="r" b="b" t="t" l="l"/>
              <a:pathLst>
                <a:path h="111632" w="18796">
                  <a:moveTo>
                    <a:pt x="18796" y="9398"/>
                  </a:moveTo>
                  <a:lnTo>
                    <a:pt x="18796" y="102234"/>
                  </a:lnTo>
                  <a:cubicBezTo>
                    <a:pt x="18796" y="107441"/>
                    <a:pt x="14605" y="111632"/>
                    <a:pt x="9398" y="111632"/>
                  </a:cubicBezTo>
                  <a:cubicBezTo>
                    <a:pt x="4191" y="111632"/>
                    <a:pt x="0" y="107441"/>
                    <a:pt x="0" y="102234"/>
                  </a:cubicBezTo>
                  <a:lnTo>
                    <a:pt x="0" y="9398"/>
                  </a:lnTo>
                  <a:cubicBezTo>
                    <a:pt x="0" y="4191"/>
                    <a:pt x="4191" y="0"/>
                    <a:pt x="9398" y="0"/>
                  </a:cubicBezTo>
                  <a:cubicBezTo>
                    <a:pt x="14605" y="0"/>
                    <a:pt x="18796" y="4191"/>
                    <a:pt x="18796" y="9398"/>
                  </a:cubicBezTo>
                  <a:close/>
                </a:path>
              </a:pathLst>
            </a:custGeom>
            <a:solidFill>
              <a:srgbClr val="84C1FA"/>
            </a:solidFill>
          </p:spPr>
        </p:sp>
      </p:grpSp>
      <p:sp>
        <p:nvSpPr>
          <p:cNvPr name="TextBox 136" id="136"/>
          <p:cNvSpPr txBox="true"/>
          <p:nvPr/>
        </p:nvSpPr>
        <p:spPr>
          <a:xfrm rot="0">
            <a:off x="972613" y="2442157"/>
            <a:ext cx="3015767" cy="9376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772"/>
              </a:lnSpc>
            </a:pPr>
            <a:r>
              <a:rPr lang="en-US" sz="5551">
                <a:solidFill>
                  <a:srgbClr val="091C5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Key Features</a:t>
            </a:r>
          </a:p>
        </p:txBody>
      </p:sp>
      <p:sp>
        <p:nvSpPr>
          <p:cNvPr name="TextBox 137" id="137"/>
          <p:cNvSpPr txBox="true"/>
          <p:nvPr/>
        </p:nvSpPr>
        <p:spPr>
          <a:xfrm rot="0">
            <a:off x="4072506" y="3865952"/>
            <a:ext cx="67395" cy="4601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4"/>
              </a:lnSpc>
            </a:pPr>
            <a:r>
              <a:rPr lang="en-US" sz="2695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 </a:t>
            </a:r>
          </a:p>
        </p:txBody>
      </p:sp>
      <p:sp>
        <p:nvSpPr>
          <p:cNvPr name="TextBox 138" id="138"/>
          <p:cNvSpPr txBox="true"/>
          <p:nvPr/>
        </p:nvSpPr>
        <p:spPr>
          <a:xfrm rot="0">
            <a:off x="1999743" y="6321538"/>
            <a:ext cx="3005622" cy="550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68"/>
              </a:lnSpc>
            </a:pPr>
            <a:r>
              <a:rPr lang="en-US" sz="3334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Scalable Architecture</a:t>
            </a:r>
          </a:p>
        </p:txBody>
      </p:sp>
      <p:sp>
        <p:nvSpPr>
          <p:cNvPr name="TextBox 139" id="139"/>
          <p:cNvSpPr txBox="true"/>
          <p:nvPr/>
        </p:nvSpPr>
        <p:spPr>
          <a:xfrm rot="0">
            <a:off x="2899508" y="6934224"/>
            <a:ext cx="55039" cy="377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19"/>
              </a:lnSpc>
            </a:pPr>
            <a:r>
              <a:rPr lang="en-US" sz="2156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 </a:t>
            </a:r>
          </a:p>
        </p:txBody>
      </p:sp>
      <p:sp>
        <p:nvSpPr>
          <p:cNvPr name="TextBox 140" id="140"/>
          <p:cNvSpPr txBox="true"/>
          <p:nvPr/>
        </p:nvSpPr>
        <p:spPr>
          <a:xfrm rot="0">
            <a:off x="1999743" y="3856427"/>
            <a:ext cx="3375421" cy="550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68"/>
              </a:lnSpc>
            </a:pPr>
            <a:r>
              <a:rPr lang="en-US" sz="3334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Personalized</a:t>
            </a:r>
            <a:r>
              <a:rPr lang="en-US" sz="3334">
                <a:solidFill>
                  <a:srgbClr val="000000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 </a:t>
            </a:r>
            <a:r>
              <a:rPr lang="en-US" sz="3334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Responses</a:t>
            </a:r>
          </a:p>
        </p:txBody>
      </p:sp>
      <p:sp>
        <p:nvSpPr>
          <p:cNvPr name="TextBox 141" id="141"/>
          <p:cNvSpPr txBox="true"/>
          <p:nvPr/>
        </p:nvSpPr>
        <p:spPr>
          <a:xfrm rot="0">
            <a:off x="3020573" y="4484330"/>
            <a:ext cx="55039" cy="377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19"/>
              </a:lnSpc>
            </a:pPr>
            <a:r>
              <a:rPr lang="en-US" sz="2156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 </a:t>
            </a:r>
          </a:p>
        </p:txBody>
      </p:sp>
      <p:sp>
        <p:nvSpPr>
          <p:cNvPr name="TextBox 142" id="142"/>
          <p:cNvSpPr txBox="true"/>
          <p:nvPr/>
        </p:nvSpPr>
        <p:spPr>
          <a:xfrm rot="0">
            <a:off x="7561460" y="6312013"/>
            <a:ext cx="3015608" cy="549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45"/>
              </a:lnSpc>
            </a:pPr>
            <a:r>
              <a:rPr lang="en-US" sz="3175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Improved Satisfaction</a:t>
            </a:r>
          </a:p>
        </p:txBody>
      </p:sp>
      <p:sp>
        <p:nvSpPr>
          <p:cNvPr name="TextBox 143" id="143"/>
          <p:cNvSpPr txBox="true"/>
          <p:nvPr/>
        </p:nvSpPr>
        <p:spPr>
          <a:xfrm rot="0">
            <a:off x="9461512" y="6934224"/>
            <a:ext cx="55039" cy="377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19"/>
              </a:lnSpc>
            </a:pPr>
            <a:r>
              <a:rPr lang="en-US" sz="2156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 </a:t>
            </a:r>
          </a:p>
        </p:txBody>
      </p:sp>
      <p:sp>
        <p:nvSpPr>
          <p:cNvPr name="TextBox 144" id="144"/>
          <p:cNvSpPr txBox="true"/>
          <p:nvPr/>
        </p:nvSpPr>
        <p:spPr>
          <a:xfrm rot="0">
            <a:off x="7561460" y="3856427"/>
            <a:ext cx="3213901" cy="550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68"/>
              </a:lnSpc>
            </a:pPr>
            <a:r>
              <a:rPr lang="en-US" sz="3334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Real-Time Knowledge</a:t>
            </a:r>
          </a:p>
        </p:txBody>
      </p:sp>
      <p:sp>
        <p:nvSpPr>
          <p:cNvPr name="TextBox 145" id="145"/>
          <p:cNvSpPr txBox="true"/>
          <p:nvPr/>
        </p:nvSpPr>
        <p:spPr>
          <a:xfrm rot="0">
            <a:off x="8078311" y="4484330"/>
            <a:ext cx="55039" cy="377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19"/>
              </a:lnSpc>
            </a:pPr>
            <a:r>
              <a:rPr lang="en-US" sz="2156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 </a:t>
            </a:r>
          </a:p>
        </p:txBody>
      </p:sp>
      <p:sp>
        <p:nvSpPr>
          <p:cNvPr name="TextBox 146" id="146"/>
          <p:cNvSpPr txBox="true"/>
          <p:nvPr/>
        </p:nvSpPr>
        <p:spPr>
          <a:xfrm rot="0">
            <a:off x="13123176" y="3856427"/>
            <a:ext cx="3187589" cy="550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68"/>
              </a:lnSpc>
            </a:pPr>
            <a:r>
              <a:rPr lang="en-US" sz="3334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Learns from Feedback</a:t>
            </a:r>
          </a:p>
        </p:txBody>
      </p:sp>
      <p:sp>
        <p:nvSpPr>
          <p:cNvPr name="TextBox 147" id="147"/>
          <p:cNvSpPr txBox="true"/>
          <p:nvPr/>
        </p:nvSpPr>
        <p:spPr>
          <a:xfrm rot="0">
            <a:off x="14821638" y="4484330"/>
            <a:ext cx="55039" cy="377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19"/>
              </a:lnSpc>
            </a:pPr>
            <a:r>
              <a:rPr lang="en-US" sz="2156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 </a:t>
            </a:r>
          </a:p>
        </p:txBody>
      </p:sp>
      <p:sp>
        <p:nvSpPr>
          <p:cNvPr name="TextBox 148" id="148"/>
          <p:cNvSpPr txBox="true"/>
          <p:nvPr/>
        </p:nvSpPr>
        <p:spPr>
          <a:xfrm rot="0">
            <a:off x="1999743" y="4436705"/>
            <a:ext cx="3456816" cy="15554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246"/>
              </a:lnSpc>
            </a:pPr>
            <a:r>
              <a:rPr lang="en-US" sz="2635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Tailored answers based on individual user history and preferences</a:t>
            </a:r>
          </a:p>
        </p:txBody>
      </p:sp>
      <p:sp>
        <p:nvSpPr>
          <p:cNvPr name="TextBox 149" id="149"/>
          <p:cNvSpPr txBox="true"/>
          <p:nvPr/>
        </p:nvSpPr>
        <p:spPr>
          <a:xfrm rot="0">
            <a:off x="1999743" y="6886599"/>
            <a:ext cx="3653721" cy="10228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46"/>
              </a:lnSpc>
            </a:pPr>
            <a:r>
              <a:rPr lang="en-US" sz="2635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Built to grow with increasing user demands and data</a:t>
            </a:r>
          </a:p>
        </p:txBody>
      </p:sp>
      <p:sp>
        <p:nvSpPr>
          <p:cNvPr name="TextBox 150" id="150"/>
          <p:cNvSpPr txBox="true"/>
          <p:nvPr/>
        </p:nvSpPr>
        <p:spPr>
          <a:xfrm rot="0">
            <a:off x="7561460" y="4436705"/>
            <a:ext cx="4031339" cy="10228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46"/>
              </a:lnSpc>
            </a:pPr>
            <a:r>
              <a:rPr lang="en-US" sz="2635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Live web data keeps responses current and accurate</a:t>
            </a:r>
          </a:p>
        </p:txBody>
      </p:sp>
      <p:sp>
        <p:nvSpPr>
          <p:cNvPr name="TextBox 151" id="151"/>
          <p:cNvSpPr txBox="true"/>
          <p:nvPr/>
        </p:nvSpPr>
        <p:spPr>
          <a:xfrm rot="0">
            <a:off x="7561460" y="6943749"/>
            <a:ext cx="3555961" cy="4276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90"/>
              </a:lnSpc>
            </a:pPr>
            <a:r>
              <a:rPr lang="en-US" sz="2635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Faster, smarter responses drive </a:t>
            </a:r>
          </a:p>
        </p:txBody>
      </p:sp>
      <p:sp>
        <p:nvSpPr>
          <p:cNvPr name="TextBox 152" id="152"/>
          <p:cNvSpPr txBox="true"/>
          <p:nvPr/>
        </p:nvSpPr>
        <p:spPr>
          <a:xfrm rot="0">
            <a:off x="7561460" y="7385034"/>
            <a:ext cx="3214853" cy="4276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90"/>
              </a:lnSpc>
            </a:pPr>
            <a:r>
              <a:rPr lang="en-US" sz="2635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higher customer satisfaction</a:t>
            </a:r>
          </a:p>
        </p:txBody>
      </p:sp>
      <p:sp>
        <p:nvSpPr>
          <p:cNvPr name="TextBox 153" id="153"/>
          <p:cNvSpPr txBox="true"/>
          <p:nvPr/>
        </p:nvSpPr>
        <p:spPr>
          <a:xfrm rot="0">
            <a:off x="13123176" y="4493855"/>
            <a:ext cx="3681023" cy="4276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90"/>
              </a:lnSpc>
            </a:pPr>
            <a:r>
              <a:rPr lang="en-US" sz="2635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Continuously improves through </a:t>
            </a:r>
          </a:p>
        </p:txBody>
      </p:sp>
      <p:sp>
        <p:nvSpPr>
          <p:cNvPr name="TextBox 154" id="154"/>
          <p:cNvSpPr txBox="true"/>
          <p:nvPr/>
        </p:nvSpPr>
        <p:spPr>
          <a:xfrm rot="0">
            <a:off x="13123176" y="4935140"/>
            <a:ext cx="2781176" cy="4276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90"/>
              </a:lnSpc>
            </a:pPr>
            <a:r>
              <a:rPr lang="en-US" sz="2635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user interaction patterns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03839" y="-89457"/>
            <a:ext cx="16280309" cy="10456966"/>
            <a:chOff x="0" y="0"/>
            <a:chExt cx="11557000" cy="742315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63500" y="63500"/>
              <a:ext cx="11430000" cy="7296150"/>
            </a:xfrm>
            <a:custGeom>
              <a:avLst/>
              <a:gdLst/>
              <a:ahLst/>
              <a:cxnLst/>
              <a:rect r="r" b="b" t="t" l="l"/>
              <a:pathLst>
                <a:path h="7296150" w="11430000">
                  <a:moveTo>
                    <a:pt x="0" y="7296150"/>
                  </a:moveTo>
                  <a:lnTo>
                    <a:pt x="11430000" y="7296150"/>
                  </a:lnTo>
                  <a:lnTo>
                    <a:pt x="11430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5F5F6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63500" y="64008"/>
              <a:ext cx="11430000" cy="7295642"/>
            </a:xfrm>
            <a:custGeom>
              <a:avLst/>
              <a:gdLst/>
              <a:ahLst/>
              <a:cxnLst/>
              <a:rect r="r" b="b" t="t" l="l"/>
              <a:pathLst>
                <a:path h="7295642" w="11430000">
                  <a:moveTo>
                    <a:pt x="0" y="0"/>
                  </a:moveTo>
                  <a:lnTo>
                    <a:pt x="0" y="7295642"/>
                  </a:lnTo>
                  <a:lnTo>
                    <a:pt x="11430000" y="7295642"/>
                  </a:lnTo>
                  <a:lnTo>
                    <a:pt x="11430000" y="0"/>
                  </a:lnTo>
                  <a:close/>
                </a:path>
              </a:pathLst>
            </a:custGeom>
            <a:solidFill>
              <a:srgbClr val="DEEEFF"/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63500" y="63500"/>
              <a:ext cx="11430000" cy="7296150"/>
            </a:xfrm>
            <a:custGeom>
              <a:avLst/>
              <a:gdLst/>
              <a:ahLst/>
              <a:cxnLst/>
              <a:rect r="r" b="b" t="t" l="l"/>
              <a:pathLst>
                <a:path h="7296150" w="11430000">
                  <a:moveTo>
                    <a:pt x="0" y="7296150"/>
                  </a:moveTo>
                  <a:lnTo>
                    <a:pt x="11430000" y="7296150"/>
                  </a:lnTo>
                  <a:lnTo>
                    <a:pt x="1143000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EEEFF"/>
            </a:solidFill>
          </p:spPr>
        </p:sp>
        <p:sp>
          <p:nvSpPr>
            <p:cNvPr name="Freeform 6" id="6"/>
            <p:cNvSpPr/>
            <p:nvPr/>
          </p:nvSpPr>
          <p:spPr>
            <a:xfrm flipH="false" flipV="false" rot="0">
              <a:off x="63500" y="64008"/>
              <a:ext cx="11430000" cy="7295642"/>
            </a:xfrm>
            <a:custGeom>
              <a:avLst/>
              <a:gdLst/>
              <a:ahLst/>
              <a:cxnLst/>
              <a:rect r="r" b="b" t="t" l="l"/>
              <a:pathLst>
                <a:path h="7295642" w="11430000">
                  <a:moveTo>
                    <a:pt x="0" y="0"/>
                  </a:moveTo>
                  <a:lnTo>
                    <a:pt x="0" y="7295642"/>
                  </a:lnTo>
                  <a:lnTo>
                    <a:pt x="11430000" y="7295642"/>
                  </a:lnTo>
                  <a:lnTo>
                    <a:pt x="11430000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7" id="7"/>
          <p:cNvGrpSpPr/>
          <p:nvPr/>
        </p:nvGrpSpPr>
        <p:grpSpPr>
          <a:xfrm rot="0">
            <a:off x="7198413" y="2052930"/>
            <a:ext cx="9164385" cy="5192704"/>
            <a:chOff x="0" y="0"/>
            <a:chExt cx="8674100" cy="49149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674227" cy="4914900"/>
            </a:xfrm>
            <a:custGeom>
              <a:avLst/>
              <a:gdLst/>
              <a:ahLst/>
              <a:cxnLst/>
              <a:rect r="r" b="b" t="t" l="l"/>
              <a:pathLst>
                <a:path h="4914900" w="8674227">
                  <a:moveTo>
                    <a:pt x="171450" y="0"/>
                  </a:moveTo>
                  <a:cubicBezTo>
                    <a:pt x="148717" y="0"/>
                    <a:pt x="126873" y="4318"/>
                    <a:pt x="105791" y="13081"/>
                  </a:cubicBezTo>
                  <a:cubicBezTo>
                    <a:pt x="84709" y="21844"/>
                    <a:pt x="66294" y="34163"/>
                    <a:pt x="50165" y="50165"/>
                  </a:cubicBezTo>
                  <a:cubicBezTo>
                    <a:pt x="34036" y="66167"/>
                    <a:pt x="21717" y="84836"/>
                    <a:pt x="13081" y="105791"/>
                  </a:cubicBezTo>
                  <a:cubicBezTo>
                    <a:pt x="4445" y="126746"/>
                    <a:pt x="0" y="148717"/>
                    <a:pt x="0" y="171450"/>
                  </a:cubicBezTo>
                  <a:lnTo>
                    <a:pt x="0" y="4743450"/>
                  </a:lnTo>
                  <a:cubicBezTo>
                    <a:pt x="0" y="4766183"/>
                    <a:pt x="4318" y="4788027"/>
                    <a:pt x="13081" y="4809109"/>
                  </a:cubicBezTo>
                  <a:cubicBezTo>
                    <a:pt x="21844" y="4830191"/>
                    <a:pt x="34163" y="4848606"/>
                    <a:pt x="50292" y="4864735"/>
                  </a:cubicBezTo>
                  <a:cubicBezTo>
                    <a:pt x="66421" y="4880864"/>
                    <a:pt x="84963" y="4893183"/>
                    <a:pt x="105918" y="4901946"/>
                  </a:cubicBezTo>
                  <a:cubicBezTo>
                    <a:pt x="126873" y="4910709"/>
                    <a:pt x="148717" y="4914900"/>
                    <a:pt x="171450" y="4914900"/>
                  </a:cubicBezTo>
                  <a:lnTo>
                    <a:pt x="8502650" y="4914900"/>
                  </a:lnTo>
                  <a:cubicBezTo>
                    <a:pt x="8525383" y="4914900"/>
                    <a:pt x="8547227" y="4910582"/>
                    <a:pt x="8568309" y="4901819"/>
                  </a:cubicBezTo>
                  <a:cubicBezTo>
                    <a:pt x="8589391" y="4893056"/>
                    <a:pt x="8607806" y="4880737"/>
                    <a:pt x="8623935" y="4864608"/>
                  </a:cubicBezTo>
                  <a:cubicBezTo>
                    <a:pt x="8640064" y="4848479"/>
                    <a:pt x="8652383" y="4829937"/>
                    <a:pt x="8661146" y="4808982"/>
                  </a:cubicBezTo>
                  <a:cubicBezTo>
                    <a:pt x="8669909" y="4788027"/>
                    <a:pt x="8674227" y="4766056"/>
                    <a:pt x="8674227" y="4743323"/>
                  </a:cubicBezTo>
                  <a:lnTo>
                    <a:pt x="8674227" y="171450"/>
                  </a:lnTo>
                  <a:cubicBezTo>
                    <a:pt x="8674227" y="148717"/>
                    <a:pt x="8669909" y="126873"/>
                    <a:pt x="8661146" y="105791"/>
                  </a:cubicBezTo>
                  <a:cubicBezTo>
                    <a:pt x="8652383" y="84709"/>
                    <a:pt x="8640064" y="66294"/>
                    <a:pt x="8623935" y="50165"/>
                  </a:cubicBezTo>
                  <a:cubicBezTo>
                    <a:pt x="8607806" y="34036"/>
                    <a:pt x="8589264" y="21717"/>
                    <a:pt x="8568309" y="12954"/>
                  </a:cubicBezTo>
                  <a:cubicBezTo>
                    <a:pt x="8547354" y="4191"/>
                    <a:pt x="8525383" y="0"/>
                    <a:pt x="8502650" y="0"/>
                  </a:cubicBezTo>
                  <a:close/>
                </a:path>
              </a:pathLst>
            </a:custGeom>
            <a:blipFill>
              <a:blip r:embed="rId2"/>
              <a:stretch>
                <a:fillRect l="0" t="0" r="1" b="0"/>
              </a:stretch>
            </a:blip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1822327" y="7692891"/>
            <a:ext cx="4848309" cy="2017144"/>
          </a:xfrm>
          <a:custGeom>
            <a:avLst/>
            <a:gdLst/>
            <a:ahLst/>
            <a:cxnLst/>
            <a:rect r="r" b="b" t="t" l="l"/>
            <a:pathLst>
              <a:path h="2017144" w="4848309">
                <a:moveTo>
                  <a:pt x="0" y="0"/>
                </a:moveTo>
                <a:lnTo>
                  <a:pt x="4848309" y="0"/>
                </a:lnTo>
                <a:lnTo>
                  <a:pt x="4848309" y="2017144"/>
                </a:lnTo>
                <a:lnTo>
                  <a:pt x="0" y="201714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6706421" y="7692891"/>
            <a:ext cx="4848309" cy="2017144"/>
          </a:xfrm>
          <a:custGeom>
            <a:avLst/>
            <a:gdLst/>
            <a:ahLst/>
            <a:cxnLst/>
            <a:rect r="r" b="b" t="t" l="l"/>
            <a:pathLst>
              <a:path h="2017144" w="4848309">
                <a:moveTo>
                  <a:pt x="0" y="0"/>
                </a:moveTo>
                <a:lnTo>
                  <a:pt x="4848309" y="0"/>
                </a:lnTo>
                <a:lnTo>
                  <a:pt x="4848309" y="2017144"/>
                </a:lnTo>
                <a:lnTo>
                  <a:pt x="0" y="201714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1590515" y="7692891"/>
            <a:ext cx="4848309" cy="2017144"/>
          </a:xfrm>
          <a:custGeom>
            <a:avLst/>
            <a:gdLst/>
            <a:ahLst/>
            <a:cxnLst/>
            <a:rect r="r" b="b" t="t" l="l"/>
            <a:pathLst>
              <a:path h="2017144" w="4848309">
                <a:moveTo>
                  <a:pt x="0" y="0"/>
                </a:moveTo>
                <a:lnTo>
                  <a:pt x="4848309" y="0"/>
                </a:lnTo>
                <a:lnTo>
                  <a:pt x="4848309" y="2017144"/>
                </a:lnTo>
                <a:lnTo>
                  <a:pt x="0" y="201714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938619" y="643897"/>
            <a:ext cx="5560297" cy="8201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53"/>
              </a:lnSpc>
            </a:pPr>
            <a:r>
              <a:rPr lang="en-US" sz="4895">
                <a:solidFill>
                  <a:srgbClr val="091C5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Conclusion &amp; Future Work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938619" y="3175193"/>
            <a:ext cx="1776886" cy="482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16"/>
              </a:lnSpc>
            </a:pPr>
            <a:r>
              <a:rPr lang="en-US" sz="2940">
                <a:solidFill>
                  <a:srgbClr val="091C5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What We Built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627335" y="3823917"/>
            <a:ext cx="48532" cy="3291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2"/>
              </a:lnSpc>
            </a:pPr>
            <a:r>
              <a:rPr lang="en-US" sz="1901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 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663398" y="8032451"/>
            <a:ext cx="3218325" cy="482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16"/>
              </a:lnSpc>
            </a:pPr>
            <a:r>
              <a:rPr lang="en-US" sz="2940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 Multi-Language Support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146574" y="8587250"/>
            <a:ext cx="48532" cy="3291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2"/>
              </a:lnSpc>
            </a:pPr>
            <a:r>
              <a:rPr lang="en-US" sz="1901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547492" y="8032451"/>
            <a:ext cx="3098403" cy="482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16"/>
              </a:lnSpc>
            </a:pPr>
            <a:r>
              <a:rPr lang="en-US" sz="2940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 Voice-Based Interaction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439080" y="8587250"/>
            <a:ext cx="48532" cy="3291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2"/>
              </a:lnSpc>
            </a:pPr>
            <a:r>
              <a:rPr lang="en-US" sz="1901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 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431586" y="8032451"/>
            <a:ext cx="2669032" cy="482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16"/>
              </a:lnSpc>
            </a:pPr>
            <a:r>
              <a:rPr lang="en-US" sz="2940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 Analytics Dashboard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191787" y="8587250"/>
            <a:ext cx="48532" cy="3291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2"/>
              </a:lnSpc>
            </a:pPr>
            <a:r>
              <a:rPr lang="en-US" sz="1901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 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287483" y="8539625"/>
            <a:ext cx="3126437" cy="903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4"/>
              </a:lnSpc>
            </a:pPr>
            <a:r>
              <a:rPr lang="en-US" sz="2324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Expand</a:t>
            </a:r>
            <a:r>
              <a:rPr lang="en-US" sz="2324">
                <a:solidFill>
                  <a:srgbClr val="000000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 </a:t>
            </a:r>
            <a:r>
              <a:rPr lang="en-US" sz="2324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accessibility</a:t>
            </a:r>
            <a:r>
              <a:rPr lang="en-US" sz="2324">
                <a:solidFill>
                  <a:srgbClr val="000000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 </a:t>
            </a:r>
            <a:r>
              <a:rPr lang="en-US" sz="2324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across languages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938619" y="3823917"/>
            <a:ext cx="4054564" cy="3815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4"/>
              </a:lnSpc>
            </a:pPr>
            <a:r>
              <a:rPr lang="en-US" sz="2324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SupportPlus AIis an intelligent customer 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938619" y="4174934"/>
            <a:ext cx="4597918" cy="2271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58"/>
              </a:lnSpc>
            </a:pPr>
            <a:r>
              <a:rPr lang="en-US" sz="2324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support assistant combining multiple AI techniques — RAG, memory, and real- time web search — to deliver </a:t>
            </a:r>
          </a:p>
          <a:p>
            <a:pPr algn="l">
              <a:lnSpc>
                <a:spcPts val="4002"/>
              </a:lnSpc>
            </a:pPr>
            <a:r>
              <a:rPr lang="en-US" sz="2324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personalized, accurate, and contextual </a:t>
            </a:r>
          </a:p>
          <a:p>
            <a:pPr algn="l">
              <a:lnSpc>
                <a:spcPts val="3486"/>
              </a:lnSpc>
            </a:pPr>
            <a:r>
              <a:rPr lang="en-US" sz="2324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responses.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171577" y="8587250"/>
            <a:ext cx="3489897" cy="3815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4"/>
              </a:lnSpc>
            </a:pPr>
            <a:r>
              <a:rPr lang="en-US" sz="2324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Hands-free</a:t>
            </a:r>
            <a:r>
              <a:rPr lang="en-US" sz="2324">
                <a:solidFill>
                  <a:srgbClr val="000000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 </a:t>
            </a:r>
            <a:r>
              <a:rPr lang="en-US" sz="2324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support</a:t>
            </a:r>
            <a:r>
              <a:rPr lang="en-US" sz="2324">
                <a:solidFill>
                  <a:srgbClr val="000000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 </a:t>
            </a:r>
            <a:r>
              <a:rPr lang="en-US" sz="2324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via</a:t>
            </a:r>
            <a:r>
              <a:rPr lang="en-US" sz="2324">
                <a:solidFill>
                  <a:srgbClr val="000000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 </a:t>
            </a:r>
            <a:r>
              <a:rPr lang="en-US" sz="2324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voice</a:t>
            </a:r>
            <a:r>
              <a:rPr lang="en-US" sz="2324">
                <a:solidFill>
                  <a:srgbClr val="000000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 </a:t>
            </a:r>
            <a:r>
              <a:rPr lang="en-US" sz="2324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input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055671" y="8539625"/>
            <a:ext cx="3561497" cy="903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4"/>
              </a:lnSpc>
            </a:pPr>
            <a:r>
              <a:rPr lang="en-US" sz="2324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Advanced</a:t>
            </a:r>
            <a:r>
              <a:rPr lang="en-US" sz="2324">
                <a:solidFill>
                  <a:srgbClr val="000000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 </a:t>
            </a:r>
            <a:r>
              <a:rPr lang="en-US" sz="2324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insights</a:t>
            </a:r>
            <a:r>
              <a:rPr lang="en-US" sz="2324">
                <a:solidFill>
                  <a:srgbClr val="000000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 </a:t>
            </a:r>
            <a:r>
              <a:rPr lang="en-US" sz="2324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into</a:t>
            </a:r>
            <a:r>
              <a:rPr lang="en-US" sz="2324">
                <a:solidFill>
                  <a:srgbClr val="000000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 </a:t>
            </a:r>
            <a:r>
              <a:rPr lang="en-US" sz="2324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support patterns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593318" y="3894444"/>
            <a:ext cx="186025" cy="1281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416"/>
              </a:lnSpc>
            </a:pPr>
            <a:r>
              <a:rPr lang="en-US" sz="7440">
                <a:solidFill>
                  <a:srgbClr val="091C5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 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726481" y="3931572"/>
            <a:ext cx="5912436" cy="21012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333"/>
              </a:lnSpc>
            </a:pPr>
            <a:r>
              <a:rPr lang="en-US" sz="12381">
                <a:solidFill>
                  <a:srgbClr val="091C5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Thank You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095428" y="6736406"/>
            <a:ext cx="55039" cy="377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19"/>
              </a:lnSpc>
            </a:pPr>
            <a:r>
              <a:rPr lang="en-US" sz="2156">
                <a:solidFill>
                  <a:srgbClr val="1E3063"/>
                </a:solidFill>
                <a:latin typeface="Instrument Serif"/>
                <a:ea typeface="Instrument Serif"/>
                <a:cs typeface="Instrument Serif"/>
                <a:sym typeface="Instrument Serif"/>
              </a:rPr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DAHIKySboUI</dc:identifier>
  <dcterms:modified xsi:type="dcterms:W3CDTF">2011-08-01T06:04:30Z</dcterms:modified>
  <cp:revision>1</cp:revision>
  <dc:title>Customer Support using Generative AI—Built with RAG, Memory(Mem0),</dc:title>
</cp:coreProperties>
</file>